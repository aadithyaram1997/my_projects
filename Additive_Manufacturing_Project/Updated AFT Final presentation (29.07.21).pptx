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1" r:id="rId6"/>
    <p:sldId id="302" r:id="rId7"/>
    <p:sldId id="274" r:id="rId8"/>
    <p:sldId id="297" r:id="rId9"/>
    <p:sldId id="298" r:id="rId10"/>
    <p:sldId id="291" r:id="rId11"/>
    <p:sldId id="292" r:id="rId12"/>
    <p:sldId id="294" r:id="rId13"/>
    <p:sldId id="295" r:id="rId14"/>
    <p:sldId id="293" r:id="rId15"/>
    <p:sldId id="281" r:id="rId16"/>
    <p:sldId id="296" r:id="rId17"/>
    <p:sldId id="277" r:id="rId18"/>
  </p:sldIdLst>
  <p:sldSz cx="9144000" cy="5715000" type="screen16x10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yuEungwang" initials="R" lastIdx="2" clrIdx="0">
    <p:extLst>
      <p:ext uri="{19B8F6BF-5375-455C-9EA6-DF929625EA0E}">
        <p15:presenceInfo xmlns:p15="http://schemas.microsoft.com/office/powerpoint/2012/main" userId="RyuEungwang" providerId="None"/>
      </p:ext>
    </p:extLst>
  </p:cmAuthor>
  <p:cmAuthor id="2" name="Ryu Eungwang" initials="RE" lastIdx="3" clrIdx="1">
    <p:extLst>
      <p:ext uri="{19B8F6BF-5375-455C-9EA6-DF929625EA0E}">
        <p15:presenceInfo xmlns:p15="http://schemas.microsoft.com/office/powerpoint/2012/main" userId="67138c9863a6ef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70C0"/>
    <a:srgbClr val="72FEFB"/>
    <a:srgbClr val="01B2AC"/>
    <a:srgbClr val="00B1AC"/>
    <a:srgbClr val="00817D"/>
    <a:srgbClr val="FFB685"/>
    <a:srgbClr val="E9FE9C"/>
    <a:srgbClr val="91B2FD"/>
    <a:srgbClr val="FEC5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31332-3769-4275-BEA6-3A14715AE2AA}" v="11" dt="2021-07-29T07:11:16.529"/>
    <p1510:client id="{073BB9D4-F26D-40B7-80C3-8FC7C5957D79}" v="36" dt="2021-07-29T07:26:53.107"/>
    <p1510:client id="{13AD0AF4-CE73-4B3D-8B43-77BACFD7F280}" v="137" dt="2021-07-29T07:34:24.421"/>
    <p1510:client id="{19FC9C01-080B-4215-A5BF-89A1157591F1}" v="5" dt="2021-07-29T07:17:30.411"/>
    <p1510:client id="{206FCA9C-DCA0-4229-BEA9-814A1A829B02}" v="36" dt="2021-07-29T07:51:52.794"/>
    <p1510:client id="{3D56E540-2D60-402D-B125-E341A41A3F4D}" v="10" dt="2021-07-29T07:24:23.326"/>
    <p1510:client id="{53301BDC-38F9-4E24-8D3F-979C9EE334D3}" v="47" dt="2021-07-29T07:19:12.603"/>
    <p1510:client id="{847988D3-0D5B-4606-B04E-1EEC4D62131D}" v="45" dt="2021-07-29T07:31:37.029"/>
    <p1510:client id="{BF3DC3B4-1B97-4A57-AA5B-4AA63A0AA368}" v="43" dt="2021-07-29T07:13:42.478"/>
    <p1510:client id="{D0569CBF-70F2-478B-9EB6-E6BD9D959F9A}" v="10" dt="2021-07-29T07:27:05.510"/>
    <p1510:client id="{EC456334-4A2F-40A8-9A1A-87B27DAB2390}" v="208" dt="2021-07-29T07:44:46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1B54DE-1261-4E6B-A78B-5D1B0C840C2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133C9CB-9A79-44D9-B3A2-2523C5E1BD37}">
      <dgm:prSet phldrT="[텍스트]"/>
      <dgm:spPr>
        <a:solidFill>
          <a:srgbClr val="72FEFB"/>
        </a:solidFill>
      </dgm:spPr>
      <dgm:t>
        <a:bodyPr/>
        <a:lstStyle/>
        <a:p>
          <a:pPr latinLnBrk="1"/>
          <a:r>
            <a:rPr lang="en-US" altLang="ko-KR" b="1"/>
            <a:t>Project</a:t>
          </a:r>
          <a:br>
            <a:rPr lang="en-US" altLang="ko-KR" b="1"/>
          </a:br>
          <a:r>
            <a:rPr lang="en-US" altLang="ko-KR" b="1"/>
            <a:t>Abstract</a:t>
          </a:r>
          <a:endParaRPr lang="ko-KR" altLang="en-US" b="1"/>
        </a:p>
      </dgm:t>
    </dgm:pt>
    <dgm:pt modelId="{73579DE2-B85E-4AC2-A8F9-5E41F0959B42}" type="parTrans" cxnId="{914FFD37-958C-44D4-9A86-B2F0C80C952D}">
      <dgm:prSet/>
      <dgm:spPr/>
      <dgm:t>
        <a:bodyPr/>
        <a:lstStyle/>
        <a:p>
          <a:pPr latinLnBrk="1"/>
          <a:endParaRPr lang="ko-KR" altLang="en-US"/>
        </a:p>
      </dgm:t>
    </dgm:pt>
    <dgm:pt modelId="{69035906-8F30-4025-9DD8-E7230711FF80}" type="sibTrans" cxnId="{914FFD37-958C-44D4-9A86-B2F0C80C952D}">
      <dgm:prSet/>
      <dgm:spPr/>
      <dgm:t>
        <a:bodyPr/>
        <a:lstStyle/>
        <a:p>
          <a:pPr latinLnBrk="1"/>
          <a:endParaRPr lang="ko-KR" altLang="en-US"/>
        </a:p>
      </dgm:t>
    </dgm:pt>
    <dgm:pt modelId="{62ADC2AF-F45D-46FD-9CA1-F18BF026C229}">
      <dgm:prSet phldrT="[텍스트]"/>
      <dgm:spPr/>
      <dgm:t>
        <a:bodyPr/>
        <a:lstStyle/>
        <a:p>
          <a:pPr latinLnBrk="1"/>
          <a:r>
            <a:rPr lang="en-US" altLang="ko-KR" b="1"/>
            <a:t>Analyze</a:t>
          </a:r>
          <a:endParaRPr lang="ko-KR" altLang="en-US" b="1"/>
        </a:p>
      </dgm:t>
    </dgm:pt>
    <dgm:pt modelId="{6DB2115D-4DBF-42DF-9CD8-457AE2734DD2}" type="parTrans" cxnId="{AB0F2472-D4B5-4287-B2EE-BA62B121B4C4}">
      <dgm:prSet/>
      <dgm:spPr/>
      <dgm:t>
        <a:bodyPr/>
        <a:lstStyle/>
        <a:p>
          <a:pPr latinLnBrk="1"/>
          <a:endParaRPr lang="ko-KR" altLang="en-US"/>
        </a:p>
      </dgm:t>
    </dgm:pt>
    <dgm:pt modelId="{AF06A62C-85A4-49A3-9967-FD2AD940BED3}" type="sibTrans" cxnId="{AB0F2472-D4B5-4287-B2EE-BA62B121B4C4}">
      <dgm:prSet/>
      <dgm:spPr/>
      <dgm:t>
        <a:bodyPr/>
        <a:lstStyle/>
        <a:p>
          <a:pPr latinLnBrk="1"/>
          <a:endParaRPr lang="ko-KR" altLang="en-US"/>
        </a:p>
      </dgm:t>
    </dgm:pt>
    <dgm:pt modelId="{DCB7AE05-AAAC-4C3D-9713-DA27A4449BD8}">
      <dgm:prSet phldrT="[텍스트]"/>
      <dgm:spPr>
        <a:solidFill>
          <a:srgbClr val="00817D"/>
        </a:solidFill>
      </dgm:spPr>
      <dgm:t>
        <a:bodyPr/>
        <a:lstStyle/>
        <a:p>
          <a:pPr latinLnBrk="1"/>
          <a:r>
            <a:rPr lang="en-US" altLang="ko-KR" b="1"/>
            <a:t>Cost</a:t>
          </a:r>
          <a:br>
            <a:rPr lang="en-US" altLang="ko-KR" b="1"/>
          </a:br>
          <a:r>
            <a:rPr lang="en-US" altLang="ko-KR" b="1"/>
            <a:t>Approximation</a:t>
          </a:r>
          <a:endParaRPr lang="ko-KR" altLang="en-US" b="1"/>
        </a:p>
      </dgm:t>
    </dgm:pt>
    <dgm:pt modelId="{691E1F34-01AA-4348-8C71-B58C49F99A3A}" type="parTrans" cxnId="{EE3414C0-64F5-48BA-8689-6F0457AF3186}">
      <dgm:prSet/>
      <dgm:spPr/>
      <dgm:t>
        <a:bodyPr/>
        <a:lstStyle/>
        <a:p>
          <a:pPr latinLnBrk="1"/>
          <a:endParaRPr lang="ko-KR" altLang="en-US"/>
        </a:p>
      </dgm:t>
    </dgm:pt>
    <dgm:pt modelId="{9F7C0ECF-6E2A-4058-81CB-191EE49BCC2D}" type="sibTrans" cxnId="{EE3414C0-64F5-48BA-8689-6F0457AF3186}">
      <dgm:prSet/>
      <dgm:spPr/>
      <dgm:t>
        <a:bodyPr/>
        <a:lstStyle/>
        <a:p>
          <a:pPr latinLnBrk="1"/>
          <a:endParaRPr lang="ko-KR" altLang="en-US"/>
        </a:p>
      </dgm:t>
    </dgm:pt>
    <dgm:pt modelId="{32CF6568-AACE-4966-B54B-02C39D9361F4}">
      <dgm:prSet phldrT="[텍스트]"/>
      <dgm:spPr>
        <a:solidFill>
          <a:srgbClr val="0070C0"/>
        </a:solidFill>
      </dgm:spPr>
      <dgm:t>
        <a:bodyPr/>
        <a:lstStyle/>
        <a:p>
          <a:pPr latinLnBrk="1"/>
          <a:r>
            <a:rPr lang="en-US" altLang="ko-KR" b="1"/>
            <a:t>Comparison</a:t>
          </a:r>
          <a:endParaRPr lang="ko-KR" altLang="en-US" b="1"/>
        </a:p>
      </dgm:t>
    </dgm:pt>
    <dgm:pt modelId="{CEA7329A-47AF-4DB0-A95A-A5C79F399732}" type="parTrans" cxnId="{09FE4179-8267-4A62-A658-E354FBE7E143}">
      <dgm:prSet/>
      <dgm:spPr/>
      <dgm:t>
        <a:bodyPr/>
        <a:lstStyle/>
        <a:p>
          <a:pPr latinLnBrk="1"/>
          <a:endParaRPr lang="ko-KR" altLang="en-US"/>
        </a:p>
      </dgm:t>
    </dgm:pt>
    <dgm:pt modelId="{A7C3F2C9-4DBF-46C6-A14C-BD271B9DBE7A}" type="sibTrans" cxnId="{09FE4179-8267-4A62-A658-E354FBE7E143}">
      <dgm:prSet/>
      <dgm:spPr/>
      <dgm:t>
        <a:bodyPr/>
        <a:lstStyle/>
        <a:p>
          <a:pPr latinLnBrk="1"/>
          <a:endParaRPr lang="ko-KR" altLang="en-US"/>
        </a:p>
      </dgm:t>
    </dgm:pt>
    <dgm:pt modelId="{8B0212F3-79A8-476F-A63C-76E56EC2B0E9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en-US" altLang="ko-KR" b="1"/>
            <a:t>Business Case</a:t>
          </a:r>
          <a:br>
            <a:rPr lang="en-US" altLang="ko-KR" b="1"/>
          </a:br>
          <a:r>
            <a:rPr lang="en-US" altLang="ko-KR" b="1">
              <a:latin typeface="Verdana"/>
            </a:rPr>
            <a:t>Study</a:t>
          </a:r>
          <a:endParaRPr lang="ko-KR" altLang="en-US" b="1"/>
        </a:p>
      </dgm:t>
    </dgm:pt>
    <dgm:pt modelId="{9A197A6D-825A-43D1-AAF8-8CA49D651523}" type="parTrans" cxnId="{FA1838CD-2C6C-4B9B-9662-B07E01E2970F}">
      <dgm:prSet/>
      <dgm:spPr/>
      <dgm:t>
        <a:bodyPr/>
        <a:lstStyle/>
        <a:p>
          <a:pPr latinLnBrk="1"/>
          <a:endParaRPr lang="ko-KR" altLang="en-US"/>
        </a:p>
      </dgm:t>
    </dgm:pt>
    <dgm:pt modelId="{3A759EE7-A487-4F8F-9E97-88C5DCF9DFBA}" type="sibTrans" cxnId="{FA1838CD-2C6C-4B9B-9662-B07E01E2970F}">
      <dgm:prSet/>
      <dgm:spPr/>
      <dgm:t>
        <a:bodyPr/>
        <a:lstStyle/>
        <a:p>
          <a:pPr latinLnBrk="1"/>
          <a:endParaRPr lang="ko-KR" altLang="en-US"/>
        </a:p>
      </dgm:t>
    </dgm:pt>
    <dgm:pt modelId="{672DD77A-4A9D-4142-8431-AFBFFB4DFA00}">
      <dgm:prSet phldrT="[텍스트]"/>
      <dgm:spPr>
        <a:solidFill>
          <a:srgbClr val="7030A0"/>
        </a:solidFill>
      </dgm:spPr>
      <dgm:t>
        <a:bodyPr/>
        <a:lstStyle/>
        <a:p>
          <a:pPr latinLnBrk="1"/>
          <a:r>
            <a:rPr lang="en-US" altLang="ko-KR" b="1"/>
            <a:t>Conclusion</a:t>
          </a:r>
          <a:endParaRPr lang="ko-KR" altLang="en-US" b="1"/>
        </a:p>
      </dgm:t>
    </dgm:pt>
    <dgm:pt modelId="{E22E52E9-D1F4-4ECE-8DB6-EB8A7BBB8297}" type="parTrans" cxnId="{EC2D2B88-2874-4A8E-883C-9C714B6A9BE0}">
      <dgm:prSet/>
      <dgm:spPr/>
      <dgm:t>
        <a:bodyPr/>
        <a:lstStyle/>
        <a:p>
          <a:pPr latinLnBrk="1"/>
          <a:endParaRPr lang="ko-KR" altLang="en-US"/>
        </a:p>
      </dgm:t>
    </dgm:pt>
    <dgm:pt modelId="{37595535-ECAB-4889-95C5-21BF9C879249}" type="sibTrans" cxnId="{EC2D2B88-2874-4A8E-883C-9C714B6A9BE0}">
      <dgm:prSet/>
      <dgm:spPr/>
      <dgm:t>
        <a:bodyPr/>
        <a:lstStyle/>
        <a:p>
          <a:pPr latinLnBrk="1"/>
          <a:endParaRPr lang="ko-KR" altLang="en-US"/>
        </a:p>
      </dgm:t>
    </dgm:pt>
    <dgm:pt modelId="{169DE22E-99C1-4C43-AB56-A2E3AF7A52F3}" type="pres">
      <dgm:prSet presAssocID="{C61B54DE-1261-4E6B-A78B-5D1B0C840C26}" presName="Name0" presStyleCnt="0">
        <dgm:presLayoutVars>
          <dgm:dir/>
          <dgm:resizeHandles val="exact"/>
        </dgm:presLayoutVars>
      </dgm:prSet>
      <dgm:spPr/>
    </dgm:pt>
    <dgm:pt modelId="{DA814B82-AD52-4111-A20C-D4A6B0283671}" type="pres">
      <dgm:prSet presAssocID="{F133C9CB-9A79-44D9-B3A2-2523C5E1BD37}" presName="node" presStyleLbl="node1" presStyleIdx="0" presStyleCnt="6">
        <dgm:presLayoutVars>
          <dgm:bulletEnabled val="1"/>
        </dgm:presLayoutVars>
      </dgm:prSet>
      <dgm:spPr/>
    </dgm:pt>
    <dgm:pt modelId="{168F548B-885F-4839-85E9-77F5C813F68E}" type="pres">
      <dgm:prSet presAssocID="{69035906-8F30-4025-9DD8-E7230711FF80}" presName="sibTrans" presStyleCnt="0"/>
      <dgm:spPr/>
    </dgm:pt>
    <dgm:pt modelId="{404B2401-69AB-4472-9912-CA8DC6C48A99}" type="pres">
      <dgm:prSet presAssocID="{62ADC2AF-F45D-46FD-9CA1-F18BF026C229}" presName="node" presStyleLbl="node1" presStyleIdx="1" presStyleCnt="6">
        <dgm:presLayoutVars>
          <dgm:bulletEnabled val="1"/>
        </dgm:presLayoutVars>
      </dgm:prSet>
      <dgm:spPr/>
    </dgm:pt>
    <dgm:pt modelId="{0D3021AE-1EC0-4DE5-A0C6-8BAA6D6CA1E9}" type="pres">
      <dgm:prSet presAssocID="{AF06A62C-85A4-49A3-9967-FD2AD940BED3}" presName="sibTrans" presStyleCnt="0"/>
      <dgm:spPr/>
    </dgm:pt>
    <dgm:pt modelId="{309E78F0-2399-4223-9F88-0CB92F994DF6}" type="pres">
      <dgm:prSet presAssocID="{DCB7AE05-AAAC-4C3D-9713-DA27A4449BD8}" presName="node" presStyleLbl="node1" presStyleIdx="2" presStyleCnt="6">
        <dgm:presLayoutVars>
          <dgm:bulletEnabled val="1"/>
        </dgm:presLayoutVars>
      </dgm:prSet>
      <dgm:spPr/>
    </dgm:pt>
    <dgm:pt modelId="{F96BBCAA-F25C-4AC3-B995-408BC795E414}" type="pres">
      <dgm:prSet presAssocID="{9F7C0ECF-6E2A-4058-81CB-191EE49BCC2D}" presName="sibTrans" presStyleCnt="0"/>
      <dgm:spPr/>
    </dgm:pt>
    <dgm:pt modelId="{15132EB2-F313-4B4E-9872-84175109D4C6}" type="pres">
      <dgm:prSet presAssocID="{32CF6568-AACE-4966-B54B-02C39D9361F4}" presName="node" presStyleLbl="node1" presStyleIdx="3" presStyleCnt="6">
        <dgm:presLayoutVars>
          <dgm:bulletEnabled val="1"/>
        </dgm:presLayoutVars>
      </dgm:prSet>
      <dgm:spPr/>
    </dgm:pt>
    <dgm:pt modelId="{44F9C03E-7CA2-4379-89A5-F2EDA6D34902}" type="pres">
      <dgm:prSet presAssocID="{A7C3F2C9-4DBF-46C6-A14C-BD271B9DBE7A}" presName="sibTrans" presStyleCnt="0"/>
      <dgm:spPr/>
    </dgm:pt>
    <dgm:pt modelId="{B16BA73E-CD00-48AB-BF57-1389DD360086}" type="pres">
      <dgm:prSet presAssocID="{8B0212F3-79A8-476F-A63C-76E56EC2B0E9}" presName="node" presStyleLbl="node1" presStyleIdx="4" presStyleCnt="6">
        <dgm:presLayoutVars>
          <dgm:bulletEnabled val="1"/>
        </dgm:presLayoutVars>
      </dgm:prSet>
      <dgm:spPr/>
    </dgm:pt>
    <dgm:pt modelId="{DCFF067C-7B55-4626-A3C4-A7BA438E2F15}" type="pres">
      <dgm:prSet presAssocID="{3A759EE7-A487-4F8F-9E97-88C5DCF9DFBA}" presName="sibTrans" presStyleCnt="0"/>
      <dgm:spPr/>
    </dgm:pt>
    <dgm:pt modelId="{7A75B83A-C8BE-4433-B39D-919F0EB95750}" type="pres">
      <dgm:prSet presAssocID="{672DD77A-4A9D-4142-8431-AFBFFB4DFA00}" presName="node" presStyleLbl="node1" presStyleIdx="5" presStyleCnt="6">
        <dgm:presLayoutVars>
          <dgm:bulletEnabled val="1"/>
        </dgm:presLayoutVars>
      </dgm:prSet>
      <dgm:spPr/>
    </dgm:pt>
  </dgm:ptLst>
  <dgm:cxnLst>
    <dgm:cxn modelId="{79B4E807-5901-44FC-B5A1-B8B55F25DEEE}" type="presOf" srcId="{8B0212F3-79A8-476F-A63C-76E56EC2B0E9}" destId="{B16BA73E-CD00-48AB-BF57-1389DD360086}" srcOrd="0" destOrd="0" presId="urn:microsoft.com/office/officeart/2005/8/layout/hList6"/>
    <dgm:cxn modelId="{914FFD37-958C-44D4-9A86-B2F0C80C952D}" srcId="{C61B54DE-1261-4E6B-A78B-5D1B0C840C26}" destId="{F133C9CB-9A79-44D9-B3A2-2523C5E1BD37}" srcOrd="0" destOrd="0" parTransId="{73579DE2-B85E-4AC2-A8F9-5E41F0959B42}" sibTransId="{69035906-8F30-4025-9DD8-E7230711FF80}"/>
    <dgm:cxn modelId="{FF58813F-63BB-4C33-859F-3EC01D92A378}" type="presOf" srcId="{DCB7AE05-AAAC-4C3D-9713-DA27A4449BD8}" destId="{309E78F0-2399-4223-9F88-0CB92F994DF6}" srcOrd="0" destOrd="0" presId="urn:microsoft.com/office/officeart/2005/8/layout/hList6"/>
    <dgm:cxn modelId="{3F518D51-3535-4AA8-A0D8-2C0C1313B3A4}" type="presOf" srcId="{F133C9CB-9A79-44D9-B3A2-2523C5E1BD37}" destId="{DA814B82-AD52-4111-A20C-D4A6B0283671}" srcOrd="0" destOrd="0" presId="urn:microsoft.com/office/officeart/2005/8/layout/hList6"/>
    <dgm:cxn modelId="{AB0F2472-D4B5-4287-B2EE-BA62B121B4C4}" srcId="{C61B54DE-1261-4E6B-A78B-5D1B0C840C26}" destId="{62ADC2AF-F45D-46FD-9CA1-F18BF026C229}" srcOrd="1" destOrd="0" parTransId="{6DB2115D-4DBF-42DF-9CD8-457AE2734DD2}" sibTransId="{AF06A62C-85A4-49A3-9967-FD2AD940BED3}"/>
    <dgm:cxn modelId="{23F27373-06B0-4003-87BA-5C6058376042}" type="presOf" srcId="{C61B54DE-1261-4E6B-A78B-5D1B0C840C26}" destId="{169DE22E-99C1-4C43-AB56-A2E3AF7A52F3}" srcOrd="0" destOrd="0" presId="urn:microsoft.com/office/officeart/2005/8/layout/hList6"/>
    <dgm:cxn modelId="{09FE4179-8267-4A62-A658-E354FBE7E143}" srcId="{C61B54DE-1261-4E6B-A78B-5D1B0C840C26}" destId="{32CF6568-AACE-4966-B54B-02C39D9361F4}" srcOrd="3" destOrd="0" parTransId="{CEA7329A-47AF-4DB0-A95A-A5C79F399732}" sibTransId="{A7C3F2C9-4DBF-46C6-A14C-BD271B9DBE7A}"/>
    <dgm:cxn modelId="{FDE22084-2494-4DA8-B8CD-EE9C7F57D549}" type="presOf" srcId="{32CF6568-AACE-4966-B54B-02C39D9361F4}" destId="{15132EB2-F313-4B4E-9872-84175109D4C6}" srcOrd="0" destOrd="0" presId="urn:microsoft.com/office/officeart/2005/8/layout/hList6"/>
    <dgm:cxn modelId="{EC2D2B88-2874-4A8E-883C-9C714B6A9BE0}" srcId="{C61B54DE-1261-4E6B-A78B-5D1B0C840C26}" destId="{672DD77A-4A9D-4142-8431-AFBFFB4DFA00}" srcOrd="5" destOrd="0" parTransId="{E22E52E9-D1F4-4ECE-8DB6-EB8A7BBB8297}" sibTransId="{37595535-ECAB-4889-95C5-21BF9C879249}"/>
    <dgm:cxn modelId="{A99F80B9-A8A7-406A-B38B-CF242B65F01E}" type="presOf" srcId="{62ADC2AF-F45D-46FD-9CA1-F18BF026C229}" destId="{404B2401-69AB-4472-9912-CA8DC6C48A99}" srcOrd="0" destOrd="0" presId="urn:microsoft.com/office/officeart/2005/8/layout/hList6"/>
    <dgm:cxn modelId="{EE3414C0-64F5-48BA-8689-6F0457AF3186}" srcId="{C61B54DE-1261-4E6B-A78B-5D1B0C840C26}" destId="{DCB7AE05-AAAC-4C3D-9713-DA27A4449BD8}" srcOrd="2" destOrd="0" parTransId="{691E1F34-01AA-4348-8C71-B58C49F99A3A}" sibTransId="{9F7C0ECF-6E2A-4058-81CB-191EE49BCC2D}"/>
    <dgm:cxn modelId="{FA1838CD-2C6C-4B9B-9662-B07E01E2970F}" srcId="{C61B54DE-1261-4E6B-A78B-5D1B0C840C26}" destId="{8B0212F3-79A8-476F-A63C-76E56EC2B0E9}" srcOrd="4" destOrd="0" parTransId="{9A197A6D-825A-43D1-AAF8-8CA49D651523}" sibTransId="{3A759EE7-A487-4F8F-9E97-88C5DCF9DFBA}"/>
    <dgm:cxn modelId="{02C955EB-28F2-474F-81C8-E3A6FB54B872}" type="presOf" srcId="{672DD77A-4A9D-4142-8431-AFBFFB4DFA00}" destId="{7A75B83A-C8BE-4433-B39D-919F0EB95750}" srcOrd="0" destOrd="0" presId="urn:microsoft.com/office/officeart/2005/8/layout/hList6"/>
    <dgm:cxn modelId="{F235811E-8C03-4748-942C-9C6EB8D9D1B2}" type="presParOf" srcId="{169DE22E-99C1-4C43-AB56-A2E3AF7A52F3}" destId="{DA814B82-AD52-4111-A20C-D4A6B0283671}" srcOrd="0" destOrd="0" presId="urn:microsoft.com/office/officeart/2005/8/layout/hList6"/>
    <dgm:cxn modelId="{2C814153-F2B3-4B77-AC41-A91AE19A73BB}" type="presParOf" srcId="{169DE22E-99C1-4C43-AB56-A2E3AF7A52F3}" destId="{168F548B-885F-4839-85E9-77F5C813F68E}" srcOrd="1" destOrd="0" presId="urn:microsoft.com/office/officeart/2005/8/layout/hList6"/>
    <dgm:cxn modelId="{508FDD0B-03F2-4662-90AD-5568E42DC9FC}" type="presParOf" srcId="{169DE22E-99C1-4C43-AB56-A2E3AF7A52F3}" destId="{404B2401-69AB-4472-9912-CA8DC6C48A99}" srcOrd="2" destOrd="0" presId="urn:microsoft.com/office/officeart/2005/8/layout/hList6"/>
    <dgm:cxn modelId="{09A08B44-3821-4334-8E74-83D560584197}" type="presParOf" srcId="{169DE22E-99C1-4C43-AB56-A2E3AF7A52F3}" destId="{0D3021AE-1EC0-4DE5-A0C6-8BAA6D6CA1E9}" srcOrd="3" destOrd="0" presId="urn:microsoft.com/office/officeart/2005/8/layout/hList6"/>
    <dgm:cxn modelId="{90799B07-73CB-475F-BF98-770BE80CAB51}" type="presParOf" srcId="{169DE22E-99C1-4C43-AB56-A2E3AF7A52F3}" destId="{309E78F0-2399-4223-9F88-0CB92F994DF6}" srcOrd="4" destOrd="0" presId="urn:microsoft.com/office/officeart/2005/8/layout/hList6"/>
    <dgm:cxn modelId="{B60146A4-FDB8-4BC2-BB02-650811D6ED14}" type="presParOf" srcId="{169DE22E-99C1-4C43-AB56-A2E3AF7A52F3}" destId="{F96BBCAA-F25C-4AC3-B995-408BC795E414}" srcOrd="5" destOrd="0" presId="urn:microsoft.com/office/officeart/2005/8/layout/hList6"/>
    <dgm:cxn modelId="{94A63F2D-10EE-48C0-BDC5-4F0A5887A925}" type="presParOf" srcId="{169DE22E-99C1-4C43-AB56-A2E3AF7A52F3}" destId="{15132EB2-F313-4B4E-9872-84175109D4C6}" srcOrd="6" destOrd="0" presId="urn:microsoft.com/office/officeart/2005/8/layout/hList6"/>
    <dgm:cxn modelId="{B1C0FAFC-9819-4B0F-882B-26D82765D865}" type="presParOf" srcId="{169DE22E-99C1-4C43-AB56-A2E3AF7A52F3}" destId="{44F9C03E-7CA2-4379-89A5-F2EDA6D34902}" srcOrd="7" destOrd="0" presId="urn:microsoft.com/office/officeart/2005/8/layout/hList6"/>
    <dgm:cxn modelId="{1C496884-5248-48C0-9F3F-FF40DB61FA65}" type="presParOf" srcId="{169DE22E-99C1-4C43-AB56-A2E3AF7A52F3}" destId="{B16BA73E-CD00-48AB-BF57-1389DD360086}" srcOrd="8" destOrd="0" presId="urn:microsoft.com/office/officeart/2005/8/layout/hList6"/>
    <dgm:cxn modelId="{D03E483C-5E70-4CCA-8C31-5CF5040AE19B}" type="presParOf" srcId="{169DE22E-99C1-4C43-AB56-A2E3AF7A52F3}" destId="{DCFF067C-7B55-4626-A3C4-A7BA438E2F15}" srcOrd="9" destOrd="0" presId="urn:microsoft.com/office/officeart/2005/8/layout/hList6"/>
    <dgm:cxn modelId="{3B8F0BA9-4583-4943-B705-999042512757}" type="presParOf" srcId="{169DE22E-99C1-4C43-AB56-A2E3AF7A52F3}" destId="{7A75B83A-C8BE-4433-B39D-919F0EB95750}" srcOrd="1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CE2FE7-1C5E-4AE9-8A38-C335360AB09E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1C52CEE0-A775-41BF-B1C5-81312566C938}">
      <dgm:prSet phldrT="[텍스트]"/>
      <dgm:spPr>
        <a:solidFill>
          <a:srgbClr val="0070C0"/>
        </a:solidFill>
      </dgm:spPr>
      <dgm:t>
        <a:bodyPr/>
        <a:lstStyle/>
        <a:p>
          <a:pPr latinLnBrk="1"/>
          <a:r>
            <a:rPr lang="en-US" altLang="ko-KR"/>
            <a:t>Pre-Processing</a:t>
          </a:r>
          <a:endParaRPr lang="ko-KR" altLang="en-US"/>
        </a:p>
      </dgm:t>
    </dgm:pt>
    <dgm:pt modelId="{A9A1639A-18D3-4B25-BC94-1CD7E505C61A}" type="parTrans" cxnId="{9EEDE8F6-4C16-4C14-9E8A-41593DF17A98}">
      <dgm:prSet/>
      <dgm:spPr/>
      <dgm:t>
        <a:bodyPr/>
        <a:lstStyle/>
        <a:p>
          <a:pPr latinLnBrk="1"/>
          <a:endParaRPr lang="ko-KR" altLang="en-US"/>
        </a:p>
      </dgm:t>
    </dgm:pt>
    <dgm:pt modelId="{AC0E309C-239B-4F46-B32A-C07D453D3C32}" type="sibTrans" cxnId="{9EEDE8F6-4C16-4C14-9E8A-41593DF17A98}">
      <dgm:prSet/>
      <dgm:spPr/>
      <dgm:t>
        <a:bodyPr/>
        <a:lstStyle/>
        <a:p>
          <a:pPr latinLnBrk="1"/>
          <a:endParaRPr lang="ko-KR" altLang="en-US"/>
        </a:p>
      </dgm:t>
    </dgm:pt>
    <dgm:pt modelId="{5AAEE198-F8C6-4DA6-A5BA-99D3054CF7CB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en-US" altLang="ko-KR"/>
            <a:t>Insert</a:t>
          </a:r>
          <a:endParaRPr lang="ko-KR" altLang="en-US"/>
        </a:p>
      </dgm:t>
    </dgm:pt>
    <dgm:pt modelId="{CCF9602A-8EDB-4D9C-9048-F1DAFB4AB6BC}" type="parTrans" cxnId="{02353149-C8FB-4BC3-9435-561C8CB40B52}">
      <dgm:prSet/>
      <dgm:spPr/>
      <dgm:t>
        <a:bodyPr/>
        <a:lstStyle/>
        <a:p>
          <a:pPr latinLnBrk="1"/>
          <a:endParaRPr lang="ko-KR" altLang="en-US"/>
        </a:p>
      </dgm:t>
    </dgm:pt>
    <dgm:pt modelId="{8749E9CB-EADF-4569-91C1-CD871803406D}" type="sibTrans" cxnId="{02353149-C8FB-4BC3-9435-561C8CB40B52}">
      <dgm:prSet/>
      <dgm:spPr/>
      <dgm:t>
        <a:bodyPr/>
        <a:lstStyle/>
        <a:p>
          <a:pPr latinLnBrk="1"/>
          <a:endParaRPr lang="ko-KR" altLang="en-US"/>
        </a:p>
      </dgm:t>
    </dgm:pt>
    <dgm:pt modelId="{87D866A7-16D0-4100-A06C-087B44EBF28C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en-US" altLang="ko-KR"/>
            <a:t>Inject</a:t>
          </a:r>
          <a:endParaRPr lang="ko-KR" altLang="en-US"/>
        </a:p>
      </dgm:t>
    </dgm:pt>
    <dgm:pt modelId="{C9AFE99E-A1E8-4EBA-9A29-CD8DC1573B85}" type="parTrans" cxnId="{791B5544-EA1E-41FB-A2AB-7B4B0093130D}">
      <dgm:prSet/>
      <dgm:spPr/>
      <dgm:t>
        <a:bodyPr/>
        <a:lstStyle/>
        <a:p>
          <a:pPr latinLnBrk="1"/>
          <a:endParaRPr lang="ko-KR" altLang="en-US"/>
        </a:p>
      </dgm:t>
    </dgm:pt>
    <dgm:pt modelId="{0526B503-6039-46A0-97D4-4EB67CE70C91}" type="sibTrans" cxnId="{791B5544-EA1E-41FB-A2AB-7B4B0093130D}">
      <dgm:prSet/>
      <dgm:spPr/>
      <dgm:t>
        <a:bodyPr/>
        <a:lstStyle/>
        <a:p>
          <a:pPr latinLnBrk="1"/>
          <a:endParaRPr lang="ko-KR" altLang="en-US"/>
        </a:p>
      </dgm:t>
    </dgm:pt>
    <dgm:pt modelId="{47D4AEF1-3099-4062-AB93-B7C7E532E93C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en-US" altLang="ko-KR"/>
            <a:t>Solidification</a:t>
          </a:r>
          <a:endParaRPr lang="ko-KR" altLang="en-US"/>
        </a:p>
      </dgm:t>
    </dgm:pt>
    <dgm:pt modelId="{84D08D61-6D3C-4998-AAAF-A5E724320649}" type="parTrans" cxnId="{2C1C0A09-ACBF-4688-936C-18B1D5EB4077}">
      <dgm:prSet/>
      <dgm:spPr/>
      <dgm:t>
        <a:bodyPr/>
        <a:lstStyle/>
        <a:p>
          <a:pPr latinLnBrk="1"/>
          <a:endParaRPr lang="ko-KR" altLang="en-US"/>
        </a:p>
      </dgm:t>
    </dgm:pt>
    <dgm:pt modelId="{2DBCAADB-331E-4E82-8C31-DFF19FCDCD09}" type="sibTrans" cxnId="{2C1C0A09-ACBF-4688-936C-18B1D5EB4077}">
      <dgm:prSet/>
      <dgm:spPr/>
      <dgm:t>
        <a:bodyPr/>
        <a:lstStyle/>
        <a:p>
          <a:pPr latinLnBrk="1"/>
          <a:endParaRPr lang="ko-KR" altLang="en-US"/>
        </a:p>
      </dgm:t>
    </dgm:pt>
    <dgm:pt modelId="{5C8EC2EF-F26C-49A8-87C2-AD7D1BB14ED5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en-US" altLang="ko-KR"/>
            <a:t>Eject</a:t>
          </a:r>
          <a:endParaRPr lang="ko-KR" altLang="en-US"/>
        </a:p>
      </dgm:t>
    </dgm:pt>
    <dgm:pt modelId="{3443371D-DBFC-4053-A17B-780D071F930D}" type="parTrans" cxnId="{C05D8B8E-44EE-445B-97B0-D72B71E0B3C0}">
      <dgm:prSet/>
      <dgm:spPr/>
      <dgm:t>
        <a:bodyPr/>
        <a:lstStyle/>
        <a:p>
          <a:pPr latinLnBrk="1"/>
          <a:endParaRPr lang="ko-KR" altLang="en-US"/>
        </a:p>
      </dgm:t>
    </dgm:pt>
    <dgm:pt modelId="{3DE9B589-170E-41CE-A756-945C3218E0D1}" type="sibTrans" cxnId="{C05D8B8E-44EE-445B-97B0-D72B71E0B3C0}">
      <dgm:prSet/>
      <dgm:spPr/>
      <dgm:t>
        <a:bodyPr/>
        <a:lstStyle/>
        <a:p>
          <a:pPr latinLnBrk="1"/>
          <a:endParaRPr lang="ko-KR" altLang="en-US"/>
        </a:p>
      </dgm:t>
    </dgm:pt>
    <dgm:pt modelId="{0A8DD09C-A1F4-4CB0-A001-722E945CC693}">
      <dgm:prSet phldrT="[텍스트]"/>
      <dgm:spPr>
        <a:solidFill>
          <a:srgbClr val="7030A0"/>
        </a:solidFill>
      </dgm:spPr>
      <dgm:t>
        <a:bodyPr/>
        <a:lstStyle/>
        <a:p>
          <a:pPr latinLnBrk="1"/>
          <a:r>
            <a:rPr lang="en-US" altLang="ko-KR"/>
            <a:t>Post-Processing</a:t>
          </a:r>
          <a:endParaRPr lang="ko-KR" altLang="en-US"/>
        </a:p>
      </dgm:t>
    </dgm:pt>
    <dgm:pt modelId="{76712F41-1A1A-4DE1-AEE4-B11EFDA434A6}" type="parTrans" cxnId="{9CE24A18-0574-4377-AA21-77C515F95540}">
      <dgm:prSet/>
      <dgm:spPr/>
      <dgm:t>
        <a:bodyPr/>
        <a:lstStyle/>
        <a:p>
          <a:pPr latinLnBrk="1"/>
          <a:endParaRPr lang="ko-KR" altLang="en-US"/>
        </a:p>
      </dgm:t>
    </dgm:pt>
    <dgm:pt modelId="{373746D4-748C-40B4-806F-DD0974AF7423}" type="sibTrans" cxnId="{9CE24A18-0574-4377-AA21-77C515F95540}">
      <dgm:prSet/>
      <dgm:spPr/>
      <dgm:t>
        <a:bodyPr/>
        <a:lstStyle/>
        <a:p>
          <a:pPr latinLnBrk="1"/>
          <a:endParaRPr lang="ko-KR" altLang="en-US"/>
        </a:p>
      </dgm:t>
    </dgm:pt>
    <dgm:pt modelId="{22420ECC-BB91-44DC-B40F-41EE7C48F747}">
      <dgm:prSet phldrT="[텍스트]"/>
      <dgm:spPr/>
      <dgm:t>
        <a:bodyPr/>
        <a:lstStyle/>
        <a:p>
          <a:pPr latinLnBrk="1"/>
          <a:r>
            <a:rPr lang="en-US" altLang="ko-KR"/>
            <a:t>Design</a:t>
          </a:r>
          <a:endParaRPr lang="ko-KR" altLang="en-US"/>
        </a:p>
      </dgm:t>
    </dgm:pt>
    <dgm:pt modelId="{05EFB7DF-CBC7-4BCD-A791-A8016B4699C0}" type="parTrans" cxnId="{AC79334A-E482-41F6-A669-C1C22B17D05C}">
      <dgm:prSet/>
      <dgm:spPr/>
      <dgm:t>
        <a:bodyPr/>
        <a:lstStyle/>
        <a:p>
          <a:pPr latinLnBrk="1"/>
          <a:endParaRPr lang="ko-KR" altLang="en-US"/>
        </a:p>
      </dgm:t>
    </dgm:pt>
    <dgm:pt modelId="{EC8278C9-1F0F-41AC-9042-F959595280EB}" type="sibTrans" cxnId="{AC79334A-E482-41F6-A669-C1C22B17D05C}">
      <dgm:prSet/>
      <dgm:spPr/>
      <dgm:t>
        <a:bodyPr/>
        <a:lstStyle/>
        <a:p>
          <a:pPr latinLnBrk="1"/>
          <a:endParaRPr lang="ko-KR" altLang="en-US"/>
        </a:p>
      </dgm:t>
    </dgm:pt>
    <dgm:pt modelId="{93C79789-F579-41AB-92D5-28E9F35CE8F9}" type="pres">
      <dgm:prSet presAssocID="{82CE2FE7-1C5E-4AE9-8A38-C335360AB09E}" presName="Name0" presStyleCnt="0">
        <dgm:presLayoutVars>
          <dgm:dir/>
          <dgm:animLvl val="lvl"/>
          <dgm:resizeHandles val="exact"/>
        </dgm:presLayoutVars>
      </dgm:prSet>
      <dgm:spPr/>
    </dgm:pt>
    <dgm:pt modelId="{7AFD1079-E6D8-44BD-8CFF-02C4D2B23320}" type="pres">
      <dgm:prSet presAssocID="{22420ECC-BB91-44DC-B40F-41EE7C48F747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7501E077-A229-440F-894C-DE1119C1FF5C}" type="pres">
      <dgm:prSet presAssocID="{EC8278C9-1F0F-41AC-9042-F959595280EB}" presName="parTxOnlySpace" presStyleCnt="0"/>
      <dgm:spPr/>
    </dgm:pt>
    <dgm:pt modelId="{DE06DC91-A133-4C5A-A078-70F5B4331D32}" type="pres">
      <dgm:prSet presAssocID="{1C52CEE0-A775-41BF-B1C5-81312566C938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5075EF78-0DC6-4D66-ACD3-6E4454657992}" type="pres">
      <dgm:prSet presAssocID="{AC0E309C-239B-4F46-B32A-C07D453D3C32}" presName="parTxOnlySpace" presStyleCnt="0"/>
      <dgm:spPr/>
    </dgm:pt>
    <dgm:pt modelId="{1AE9B2FE-A733-4E49-8970-26DD94EAD65C}" type="pres">
      <dgm:prSet presAssocID="{5AAEE198-F8C6-4DA6-A5BA-99D3054CF7CB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A622997-12FC-47CE-B0C2-F206216B9EBF}" type="pres">
      <dgm:prSet presAssocID="{8749E9CB-EADF-4569-91C1-CD871803406D}" presName="parTxOnlySpace" presStyleCnt="0"/>
      <dgm:spPr/>
    </dgm:pt>
    <dgm:pt modelId="{ECEF3FEF-1389-4C77-8B95-FCE809D667A4}" type="pres">
      <dgm:prSet presAssocID="{87D866A7-16D0-4100-A06C-087B44EBF28C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06F56EB4-9AD6-4773-80E5-FD41A6866F20}" type="pres">
      <dgm:prSet presAssocID="{0526B503-6039-46A0-97D4-4EB67CE70C91}" presName="parTxOnlySpace" presStyleCnt="0"/>
      <dgm:spPr/>
    </dgm:pt>
    <dgm:pt modelId="{C08F4606-054B-4BDE-8605-BA6D9B0C9960}" type="pres">
      <dgm:prSet presAssocID="{47D4AEF1-3099-4062-AB93-B7C7E532E93C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1525827E-45C3-4FDB-A7CA-CBA72848013D}" type="pres">
      <dgm:prSet presAssocID="{2DBCAADB-331E-4E82-8C31-DFF19FCDCD09}" presName="parTxOnlySpace" presStyleCnt="0"/>
      <dgm:spPr/>
    </dgm:pt>
    <dgm:pt modelId="{E9A5317C-0E50-4ADC-9543-10C91EADB64D}" type="pres">
      <dgm:prSet presAssocID="{5C8EC2EF-F26C-49A8-87C2-AD7D1BB14ED5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5EBE0A9E-4289-43A3-9B55-4F24BA683887}" type="pres">
      <dgm:prSet presAssocID="{3DE9B589-170E-41CE-A756-945C3218E0D1}" presName="parTxOnlySpace" presStyleCnt="0"/>
      <dgm:spPr/>
    </dgm:pt>
    <dgm:pt modelId="{6BAB3064-2879-49A8-B592-F805F8BADD79}" type="pres">
      <dgm:prSet presAssocID="{0A8DD09C-A1F4-4CB0-A001-722E945CC693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C1C0A09-ACBF-4688-936C-18B1D5EB4077}" srcId="{82CE2FE7-1C5E-4AE9-8A38-C335360AB09E}" destId="{47D4AEF1-3099-4062-AB93-B7C7E532E93C}" srcOrd="4" destOrd="0" parTransId="{84D08D61-6D3C-4998-AAAF-A5E724320649}" sibTransId="{2DBCAADB-331E-4E82-8C31-DFF19FCDCD09}"/>
    <dgm:cxn modelId="{C6CA3416-7ED1-461E-80C2-3F3A0971985D}" type="presOf" srcId="{5AAEE198-F8C6-4DA6-A5BA-99D3054CF7CB}" destId="{1AE9B2FE-A733-4E49-8970-26DD94EAD65C}" srcOrd="0" destOrd="0" presId="urn:microsoft.com/office/officeart/2005/8/layout/chevron1"/>
    <dgm:cxn modelId="{9CE24A18-0574-4377-AA21-77C515F95540}" srcId="{82CE2FE7-1C5E-4AE9-8A38-C335360AB09E}" destId="{0A8DD09C-A1F4-4CB0-A001-722E945CC693}" srcOrd="6" destOrd="0" parTransId="{76712F41-1A1A-4DE1-AEE4-B11EFDA434A6}" sibTransId="{373746D4-748C-40B4-806F-DD0974AF7423}"/>
    <dgm:cxn modelId="{23023C3C-D947-4D96-B58A-DF9E1027B977}" type="presOf" srcId="{5C8EC2EF-F26C-49A8-87C2-AD7D1BB14ED5}" destId="{E9A5317C-0E50-4ADC-9543-10C91EADB64D}" srcOrd="0" destOrd="0" presId="urn:microsoft.com/office/officeart/2005/8/layout/chevron1"/>
    <dgm:cxn modelId="{8EF52261-AA0C-4696-A870-205D25E666BC}" type="presOf" srcId="{87D866A7-16D0-4100-A06C-087B44EBF28C}" destId="{ECEF3FEF-1389-4C77-8B95-FCE809D667A4}" srcOrd="0" destOrd="0" presId="urn:microsoft.com/office/officeart/2005/8/layout/chevron1"/>
    <dgm:cxn modelId="{791B5544-EA1E-41FB-A2AB-7B4B0093130D}" srcId="{82CE2FE7-1C5E-4AE9-8A38-C335360AB09E}" destId="{87D866A7-16D0-4100-A06C-087B44EBF28C}" srcOrd="3" destOrd="0" parTransId="{C9AFE99E-A1E8-4EBA-9A29-CD8DC1573B85}" sibTransId="{0526B503-6039-46A0-97D4-4EB67CE70C91}"/>
    <dgm:cxn modelId="{02353149-C8FB-4BC3-9435-561C8CB40B52}" srcId="{82CE2FE7-1C5E-4AE9-8A38-C335360AB09E}" destId="{5AAEE198-F8C6-4DA6-A5BA-99D3054CF7CB}" srcOrd="2" destOrd="0" parTransId="{CCF9602A-8EDB-4D9C-9048-F1DAFB4AB6BC}" sibTransId="{8749E9CB-EADF-4569-91C1-CD871803406D}"/>
    <dgm:cxn modelId="{AC79334A-E482-41F6-A669-C1C22B17D05C}" srcId="{82CE2FE7-1C5E-4AE9-8A38-C335360AB09E}" destId="{22420ECC-BB91-44DC-B40F-41EE7C48F747}" srcOrd="0" destOrd="0" parTransId="{05EFB7DF-CBC7-4BCD-A791-A8016B4699C0}" sibTransId="{EC8278C9-1F0F-41AC-9042-F959595280EB}"/>
    <dgm:cxn modelId="{C05D8B8E-44EE-445B-97B0-D72B71E0B3C0}" srcId="{82CE2FE7-1C5E-4AE9-8A38-C335360AB09E}" destId="{5C8EC2EF-F26C-49A8-87C2-AD7D1BB14ED5}" srcOrd="5" destOrd="0" parTransId="{3443371D-DBFC-4053-A17B-780D071F930D}" sibTransId="{3DE9B589-170E-41CE-A756-945C3218E0D1}"/>
    <dgm:cxn modelId="{D88BCC9B-B8FC-4040-92F7-58A9E71FEB81}" type="presOf" srcId="{22420ECC-BB91-44DC-B40F-41EE7C48F747}" destId="{7AFD1079-E6D8-44BD-8CFF-02C4D2B23320}" srcOrd="0" destOrd="0" presId="urn:microsoft.com/office/officeart/2005/8/layout/chevron1"/>
    <dgm:cxn modelId="{D893BEA6-6141-411E-A830-85EF145F0E80}" type="presOf" srcId="{47D4AEF1-3099-4062-AB93-B7C7E532E93C}" destId="{C08F4606-054B-4BDE-8605-BA6D9B0C9960}" srcOrd="0" destOrd="0" presId="urn:microsoft.com/office/officeart/2005/8/layout/chevron1"/>
    <dgm:cxn modelId="{155D5AB9-9210-42DA-B422-A3F40221EEF3}" type="presOf" srcId="{0A8DD09C-A1F4-4CB0-A001-722E945CC693}" destId="{6BAB3064-2879-49A8-B592-F805F8BADD79}" srcOrd="0" destOrd="0" presId="urn:microsoft.com/office/officeart/2005/8/layout/chevron1"/>
    <dgm:cxn modelId="{B560EAE9-A1C6-4D64-AE40-5725EDE13097}" type="presOf" srcId="{1C52CEE0-A775-41BF-B1C5-81312566C938}" destId="{DE06DC91-A133-4C5A-A078-70F5B4331D32}" srcOrd="0" destOrd="0" presId="urn:microsoft.com/office/officeart/2005/8/layout/chevron1"/>
    <dgm:cxn modelId="{3149D0F6-8C70-4A72-A4D6-ABB20C45B8B4}" type="presOf" srcId="{82CE2FE7-1C5E-4AE9-8A38-C335360AB09E}" destId="{93C79789-F579-41AB-92D5-28E9F35CE8F9}" srcOrd="0" destOrd="0" presId="urn:microsoft.com/office/officeart/2005/8/layout/chevron1"/>
    <dgm:cxn modelId="{9EEDE8F6-4C16-4C14-9E8A-41593DF17A98}" srcId="{82CE2FE7-1C5E-4AE9-8A38-C335360AB09E}" destId="{1C52CEE0-A775-41BF-B1C5-81312566C938}" srcOrd="1" destOrd="0" parTransId="{A9A1639A-18D3-4B25-BC94-1CD7E505C61A}" sibTransId="{AC0E309C-239B-4F46-B32A-C07D453D3C32}"/>
    <dgm:cxn modelId="{0EE90DA5-910D-443C-BC67-5B3F1ACC70C8}" type="presParOf" srcId="{93C79789-F579-41AB-92D5-28E9F35CE8F9}" destId="{7AFD1079-E6D8-44BD-8CFF-02C4D2B23320}" srcOrd="0" destOrd="0" presId="urn:microsoft.com/office/officeart/2005/8/layout/chevron1"/>
    <dgm:cxn modelId="{BBE74321-2050-4598-90A2-CE791FDAB409}" type="presParOf" srcId="{93C79789-F579-41AB-92D5-28E9F35CE8F9}" destId="{7501E077-A229-440F-894C-DE1119C1FF5C}" srcOrd="1" destOrd="0" presId="urn:microsoft.com/office/officeart/2005/8/layout/chevron1"/>
    <dgm:cxn modelId="{A26B5DF5-6D9B-4546-879F-016A5F96F2D6}" type="presParOf" srcId="{93C79789-F579-41AB-92D5-28E9F35CE8F9}" destId="{DE06DC91-A133-4C5A-A078-70F5B4331D32}" srcOrd="2" destOrd="0" presId="urn:microsoft.com/office/officeart/2005/8/layout/chevron1"/>
    <dgm:cxn modelId="{19F0FA4A-1C76-43D0-8DC2-32DE9DC81F86}" type="presParOf" srcId="{93C79789-F579-41AB-92D5-28E9F35CE8F9}" destId="{5075EF78-0DC6-4D66-ACD3-6E4454657992}" srcOrd="3" destOrd="0" presId="urn:microsoft.com/office/officeart/2005/8/layout/chevron1"/>
    <dgm:cxn modelId="{0B64567B-9BB9-4293-A8CE-34E1AB6EB4C9}" type="presParOf" srcId="{93C79789-F579-41AB-92D5-28E9F35CE8F9}" destId="{1AE9B2FE-A733-4E49-8970-26DD94EAD65C}" srcOrd="4" destOrd="0" presId="urn:microsoft.com/office/officeart/2005/8/layout/chevron1"/>
    <dgm:cxn modelId="{3F86F968-55EF-4399-824B-4BF59AEBB218}" type="presParOf" srcId="{93C79789-F579-41AB-92D5-28E9F35CE8F9}" destId="{AA622997-12FC-47CE-B0C2-F206216B9EBF}" srcOrd="5" destOrd="0" presId="urn:microsoft.com/office/officeart/2005/8/layout/chevron1"/>
    <dgm:cxn modelId="{17AE50A0-BA0E-4B43-9F9F-C3B78D63D2E9}" type="presParOf" srcId="{93C79789-F579-41AB-92D5-28E9F35CE8F9}" destId="{ECEF3FEF-1389-4C77-8B95-FCE809D667A4}" srcOrd="6" destOrd="0" presId="urn:microsoft.com/office/officeart/2005/8/layout/chevron1"/>
    <dgm:cxn modelId="{B9858744-BDA9-4B17-94A3-9AF5C5F0525F}" type="presParOf" srcId="{93C79789-F579-41AB-92D5-28E9F35CE8F9}" destId="{06F56EB4-9AD6-4773-80E5-FD41A6866F20}" srcOrd="7" destOrd="0" presId="urn:microsoft.com/office/officeart/2005/8/layout/chevron1"/>
    <dgm:cxn modelId="{79E4E39D-96E4-4775-9A00-73FFF58DC5B7}" type="presParOf" srcId="{93C79789-F579-41AB-92D5-28E9F35CE8F9}" destId="{C08F4606-054B-4BDE-8605-BA6D9B0C9960}" srcOrd="8" destOrd="0" presId="urn:microsoft.com/office/officeart/2005/8/layout/chevron1"/>
    <dgm:cxn modelId="{2184633D-1A47-4FDC-A0A3-1C9333473DC9}" type="presParOf" srcId="{93C79789-F579-41AB-92D5-28E9F35CE8F9}" destId="{1525827E-45C3-4FDB-A7CA-CBA72848013D}" srcOrd="9" destOrd="0" presId="urn:microsoft.com/office/officeart/2005/8/layout/chevron1"/>
    <dgm:cxn modelId="{4F694D6E-1A05-4D26-BEC9-E571246868B5}" type="presParOf" srcId="{93C79789-F579-41AB-92D5-28E9F35CE8F9}" destId="{E9A5317C-0E50-4ADC-9543-10C91EADB64D}" srcOrd="10" destOrd="0" presId="urn:microsoft.com/office/officeart/2005/8/layout/chevron1"/>
    <dgm:cxn modelId="{C6D31B84-B4CB-4995-B033-1003D8FF3E72}" type="presParOf" srcId="{93C79789-F579-41AB-92D5-28E9F35CE8F9}" destId="{5EBE0A9E-4289-43A3-9B55-4F24BA683887}" srcOrd="11" destOrd="0" presId="urn:microsoft.com/office/officeart/2005/8/layout/chevron1"/>
    <dgm:cxn modelId="{CB4E8F83-81E4-445B-8AB6-167438267065}" type="presParOf" srcId="{93C79789-F579-41AB-92D5-28E9F35CE8F9}" destId="{6BAB3064-2879-49A8-B592-F805F8BADD79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CE2FE7-1C5E-4AE9-8A38-C335360AB09E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1C52CEE0-A775-41BF-B1C5-81312566C938}">
      <dgm:prSet phldrT="[텍스트]"/>
      <dgm:spPr/>
      <dgm:t>
        <a:bodyPr/>
        <a:lstStyle/>
        <a:p>
          <a:pPr latinLnBrk="1"/>
          <a:r>
            <a:rPr lang="en-US" altLang="ko-KR"/>
            <a:t>Design</a:t>
          </a:r>
          <a:endParaRPr lang="ko-KR" altLang="en-US"/>
        </a:p>
      </dgm:t>
    </dgm:pt>
    <dgm:pt modelId="{A9A1639A-18D3-4B25-BC94-1CD7E505C61A}" type="parTrans" cxnId="{9EEDE8F6-4C16-4C14-9E8A-41593DF17A98}">
      <dgm:prSet/>
      <dgm:spPr/>
      <dgm:t>
        <a:bodyPr/>
        <a:lstStyle/>
        <a:p>
          <a:pPr latinLnBrk="1"/>
          <a:endParaRPr lang="ko-KR" altLang="en-US"/>
        </a:p>
      </dgm:t>
    </dgm:pt>
    <dgm:pt modelId="{AC0E309C-239B-4F46-B32A-C07D453D3C32}" type="sibTrans" cxnId="{9EEDE8F6-4C16-4C14-9E8A-41593DF17A98}">
      <dgm:prSet/>
      <dgm:spPr/>
      <dgm:t>
        <a:bodyPr/>
        <a:lstStyle/>
        <a:p>
          <a:pPr latinLnBrk="1"/>
          <a:endParaRPr lang="ko-KR" altLang="en-US"/>
        </a:p>
      </dgm:t>
    </dgm:pt>
    <dgm:pt modelId="{5AAEE198-F8C6-4DA6-A5BA-99D3054CF7CB}">
      <dgm:prSet phldrT="[텍스트]"/>
      <dgm:spPr>
        <a:solidFill>
          <a:srgbClr val="0070C0"/>
        </a:solidFill>
      </dgm:spPr>
      <dgm:t>
        <a:bodyPr/>
        <a:lstStyle/>
        <a:p>
          <a:pPr latinLnBrk="1"/>
          <a:r>
            <a:rPr lang="en-US" altLang="ko-KR"/>
            <a:t>Pre-Processing</a:t>
          </a:r>
          <a:endParaRPr lang="ko-KR" altLang="en-US"/>
        </a:p>
      </dgm:t>
    </dgm:pt>
    <dgm:pt modelId="{CCF9602A-8EDB-4D9C-9048-F1DAFB4AB6BC}" type="parTrans" cxnId="{02353149-C8FB-4BC3-9435-561C8CB40B52}">
      <dgm:prSet/>
      <dgm:spPr/>
      <dgm:t>
        <a:bodyPr/>
        <a:lstStyle/>
        <a:p>
          <a:pPr latinLnBrk="1"/>
          <a:endParaRPr lang="ko-KR" altLang="en-US"/>
        </a:p>
      </dgm:t>
    </dgm:pt>
    <dgm:pt modelId="{8749E9CB-EADF-4569-91C1-CD871803406D}" type="sibTrans" cxnId="{02353149-C8FB-4BC3-9435-561C8CB40B52}">
      <dgm:prSet/>
      <dgm:spPr/>
      <dgm:t>
        <a:bodyPr/>
        <a:lstStyle/>
        <a:p>
          <a:pPr latinLnBrk="1"/>
          <a:endParaRPr lang="ko-KR" altLang="en-US"/>
        </a:p>
      </dgm:t>
    </dgm:pt>
    <dgm:pt modelId="{0A8DD09C-A1F4-4CB0-A001-722E945CC693}">
      <dgm:prSet phldrT="[텍스트]"/>
      <dgm:spPr>
        <a:solidFill>
          <a:srgbClr val="002060"/>
        </a:solidFill>
      </dgm:spPr>
      <dgm:t>
        <a:bodyPr/>
        <a:lstStyle/>
        <a:p>
          <a:pPr latinLnBrk="1"/>
          <a:r>
            <a:rPr lang="en-US" altLang="ko-KR"/>
            <a:t>Printing</a:t>
          </a:r>
          <a:endParaRPr lang="ko-KR" altLang="en-US"/>
        </a:p>
      </dgm:t>
    </dgm:pt>
    <dgm:pt modelId="{76712F41-1A1A-4DE1-AEE4-B11EFDA434A6}" type="parTrans" cxnId="{9CE24A18-0574-4377-AA21-77C515F95540}">
      <dgm:prSet/>
      <dgm:spPr/>
      <dgm:t>
        <a:bodyPr/>
        <a:lstStyle/>
        <a:p>
          <a:pPr latinLnBrk="1"/>
          <a:endParaRPr lang="ko-KR" altLang="en-US"/>
        </a:p>
      </dgm:t>
    </dgm:pt>
    <dgm:pt modelId="{373746D4-748C-40B4-806F-DD0974AF7423}" type="sibTrans" cxnId="{9CE24A18-0574-4377-AA21-77C515F95540}">
      <dgm:prSet/>
      <dgm:spPr/>
      <dgm:t>
        <a:bodyPr/>
        <a:lstStyle/>
        <a:p>
          <a:pPr latinLnBrk="1"/>
          <a:endParaRPr lang="ko-KR" altLang="en-US"/>
        </a:p>
      </dgm:t>
    </dgm:pt>
    <dgm:pt modelId="{22420ECC-BB91-44DC-B40F-41EE7C48F747}">
      <dgm:prSet phldrT="[텍스트]"/>
      <dgm:spPr>
        <a:solidFill>
          <a:srgbClr val="7030A0"/>
        </a:solidFill>
      </dgm:spPr>
      <dgm:t>
        <a:bodyPr/>
        <a:lstStyle/>
        <a:p>
          <a:pPr latinLnBrk="1"/>
          <a:r>
            <a:rPr lang="en-US" altLang="ko-KR"/>
            <a:t>Post-Processing</a:t>
          </a:r>
          <a:endParaRPr lang="ko-KR" altLang="en-US"/>
        </a:p>
      </dgm:t>
    </dgm:pt>
    <dgm:pt modelId="{05EFB7DF-CBC7-4BCD-A791-A8016B4699C0}" type="parTrans" cxnId="{AC79334A-E482-41F6-A669-C1C22B17D05C}">
      <dgm:prSet/>
      <dgm:spPr/>
      <dgm:t>
        <a:bodyPr/>
        <a:lstStyle/>
        <a:p>
          <a:pPr latinLnBrk="1"/>
          <a:endParaRPr lang="ko-KR" altLang="en-US"/>
        </a:p>
      </dgm:t>
    </dgm:pt>
    <dgm:pt modelId="{EC8278C9-1F0F-41AC-9042-F959595280EB}" type="sibTrans" cxnId="{AC79334A-E482-41F6-A669-C1C22B17D05C}">
      <dgm:prSet/>
      <dgm:spPr/>
      <dgm:t>
        <a:bodyPr/>
        <a:lstStyle/>
        <a:p>
          <a:pPr latinLnBrk="1"/>
          <a:endParaRPr lang="ko-KR" altLang="en-US"/>
        </a:p>
      </dgm:t>
    </dgm:pt>
    <dgm:pt modelId="{93C79789-F579-41AB-92D5-28E9F35CE8F9}" type="pres">
      <dgm:prSet presAssocID="{82CE2FE7-1C5E-4AE9-8A38-C335360AB09E}" presName="Name0" presStyleCnt="0">
        <dgm:presLayoutVars>
          <dgm:dir/>
          <dgm:animLvl val="lvl"/>
          <dgm:resizeHandles val="exact"/>
        </dgm:presLayoutVars>
      </dgm:prSet>
      <dgm:spPr/>
    </dgm:pt>
    <dgm:pt modelId="{DE06DC91-A133-4C5A-A078-70F5B4331D32}" type="pres">
      <dgm:prSet presAssocID="{1C52CEE0-A775-41BF-B1C5-81312566C938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075EF78-0DC6-4D66-ACD3-6E4454657992}" type="pres">
      <dgm:prSet presAssocID="{AC0E309C-239B-4F46-B32A-C07D453D3C32}" presName="parTxOnlySpace" presStyleCnt="0"/>
      <dgm:spPr/>
    </dgm:pt>
    <dgm:pt modelId="{1AE9B2FE-A733-4E49-8970-26DD94EAD65C}" type="pres">
      <dgm:prSet presAssocID="{5AAEE198-F8C6-4DA6-A5BA-99D3054CF7C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A622997-12FC-47CE-B0C2-F206216B9EBF}" type="pres">
      <dgm:prSet presAssocID="{8749E9CB-EADF-4569-91C1-CD871803406D}" presName="parTxOnlySpace" presStyleCnt="0"/>
      <dgm:spPr/>
    </dgm:pt>
    <dgm:pt modelId="{6BAB3064-2879-49A8-B592-F805F8BADD79}" type="pres">
      <dgm:prSet presAssocID="{0A8DD09C-A1F4-4CB0-A001-722E945CC69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F456210-BD87-46B0-8B4B-266B996B6F35}" type="pres">
      <dgm:prSet presAssocID="{373746D4-748C-40B4-806F-DD0974AF7423}" presName="parTxOnlySpace" presStyleCnt="0"/>
      <dgm:spPr/>
    </dgm:pt>
    <dgm:pt modelId="{7AFD1079-E6D8-44BD-8CFF-02C4D2B23320}" type="pres">
      <dgm:prSet presAssocID="{22420ECC-BB91-44DC-B40F-41EE7C48F74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E1CAD0E-82AB-4DB0-B448-293E6E8C36EE}" type="presOf" srcId="{1C52CEE0-A775-41BF-B1C5-81312566C938}" destId="{DE06DC91-A133-4C5A-A078-70F5B4331D32}" srcOrd="0" destOrd="0" presId="urn:microsoft.com/office/officeart/2005/8/layout/chevron1"/>
    <dgm:cxn modelId="{9CE24A18-0574-4377-AA21-77C515F95540}" srcId="{82CE2FE7-1C5E-4AE9-8A38-C335360AB09E}" destId="{0A8DD09C-A1F4-4CB0-A001-722E945CC693}" srcOrd="2" destOrd="0" parTransId="{76712F41-1A1A-4DE1-AEE4-B11EFDA434A6}" sibTransId="{373746D4-748C-40B4-806F-DD0974AF7423}"/>
    <dgm:cxn modelId="{0FE5125F-5D7A-4A3D-BDD3-32BFD3825C5E}" type="presOf" srcId="{0A8DD09C-A1F4-4CB0-A001-722E945CC693}" destId="{6BAB3064-2879-49A8-B592-F805F8BADD79}" srcOrd="0" destOrd="0" presId="urn:microsoft.com/office/officeart/2005/8/layout/chevron1"/>
    <dgm:cxn modelId="{02353149-C8FB-4BC3-9435-561C8CB40B52}" srcId="{82CE2FE7-1C5E-4AE9-8A38-C335360AB09E}" destId="{5AAEE198-F8C6-4DA6-A5BA-99D3054CF7CB}" srcOrd="1" destOrd="0" parTransId="{CCF9602A-8EDB-4D9C-9048-F1DAFB4AB6BC}" sibTransId="{8749E9CB-EADF-4569-91C1-CD871803406D}"/>
    <dgm:cxn modelId="{AC79334A-E482-41F6-A669-C1C22B17D05C}" srcId="{82CE2FE7-1C5E-4AE9-8A38-C335360AB09E}" destId="{22420ECC-BB91-44DC-B40F-41EE7C48F747}" srcOrd="3" destOrd="0" parTransId="{05EFB7DF-CBC7-4BCD-A791-A8016B4699C0}" sibTransId="{EC8278C9-1F0F-41AC-9042-F959595280EB}"/>
    <dgm:cxn modelId="{C11A4D92-487B-4B0B-A6FC-04EF6CCEA043}" type="presOf" srcId="{22420ECC-BB91-44DC-B40F-41EE7C48F747}" destId="{7AFD1079-E6D8-44BD-8CFF-02C4D2B23320}" srcOrd="0" destOrd="0" presId="urn:microsoft.com/office/officeart/2005/8/layout/chevron1"/>
    <dgm:cxn modelId="{80E128C7-B68E-4F2B-AEE7-8DB8C877A29F}" type="presOf" srcId="{5AAEE198-F8C6-4DA6-A5BA-99D3054CF7CB}" destId="{1AE9B2FE-A733-4E49-8970-26DD94EAD65C}" srcOrd="0" destOrd="0" presId="urn:microsoft.com/office/officeart/2005/8/layout/chevron1"/>
    <dgm:cxn modelId="{3149D0F6-8C70-4A72-A4D6-ABB20C45B8B4}" type="presOf" srcId="{82CE2FE7-1C5E-4AE9-8A38-C335360AB09E}" destId="{93C79789-F579-41AB-92D5-28E9F35CE8F9}" srcOrd="0" destOrd="0" presId="urn:microsoft.com/office/officeart/2005/8/layout/chevron1"/>
    <dgm:cxn modelId="{9EEDE8F6-4C16-4C14-9E8A-41593DF17A98}" srcId="{82CE2FE7-1C5E-4AE9-8A38-C335360AB09E}" destId="{1C52CEE0-A775-41BF-B1C5-81312566C938}" srcOrd="0" destOrd="0" parTransId="{A9A1639A-18D3-4B25-BC94-1CD7E505C61A}" sibTransId="{AC0E309C-239B-4F46-B32A-C07D453D3C32}"/>
    <dgm:cxn modelId="{3456C407-3D03-4576-A45E-324255580A9D}" type="presParOf" srcId="{93C79789-F579-41AB-92D5-28E9F35CE8F9}" destId="{DE06DC91-A133-4C5A-A078-70F5B4331D32}" srcOrd="0" destOrd="0" presId="urn:microsoft.com/office/officeart/2005/8/layout/chevron1"/>
    <dgm:cxn modelId="{83F123B3-472A-48F2-8F07-61382AE5ACA5}" type="presParOf" srcId="{93C79789-F579-41AB-92D5-28E9F35CE8F9}" destId="{5075EF78-0DC6-4D66-ACD3-6E4454657992}" srcOrd="1" destOrd="0" presId="urn:microsoft.com/office/officeart/2005/8/layout/chevron1"/>
    <dgm:cxn modelId="{2385DD08-EBCB-4FE0-9FDC-D27D879B1C97}" type="presParOf" srcId="{93C79789-F579-41AB-92D5-28E9F35CE8F9}" destId="{1AE9B2FE-A733-4E49-8970-26DD94EAD65C}" srcOrd="2" destOrd="0" presId="urn:microsoft.com/office/officeart/2005/8/layout/chevron1"/>
    <dgm:cxn modelId="{877D04C7-D910-4194-A75E-9D21659B6630}" type="presParOf" srcId="{93C79789-F579-41AB-92D5-28E9F35CE8F9}" destId="{AA622997-12FC-47CE-B0C2-F206216B9EBF}" srcOrd="3" destOrd="0" presId="urn:microsoft.com/office/officeart/2005/8/layout/chevron1"/>
    <dgm:cxn modelId="{E2183AF0-D139-4DBD-96E6-7D0295A6D46B}" type="presParOf" srcId="{93C79789-F579-41AB-92D5-28E9F35CE8F9}" destId="{6BAB3064-2879-49A8-B592-F805F8BADD79}" srcOrd="4" destOrd="0" presId="urn:microsoft.com/office/officeart/2005/8/layout/chevron1"/>
    <dgm:cxn modelId="{515EE87D-E459-43BC-B501-F731E43E4EF2}" type="presParOf" srcId="{93C79789-F579-41AB-92D5-28E9F35CE8F9}" destId="{7F456210-BD87-46B0-8B4B-266B996B6F35}" srcOrd="5" destOrd="0" presId="urn:microsoft.com/office/officeart/2005/8/layout/chevron1"/>
    <dgm:cxn modelId="{44F015C0-C75C-4638-BCF0-22B38336D022}" type="presParOf" srcId="{93C79789-F579-41AB-92D5-28E9F35CE8F9}" destId="{7AFD1079-E6D8-44BD-8CFF-02C4D2B2332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14B82-AD52-4111-A20C-D4A6B0283671}">
      <dsp:nvSpPr>
        <dsp:cNvPr id="0" name=""/>
        <dsp:cNvSpPr/>
      </dsp:nvSpPr>
      <dsp:spPr>
        <a:xfrm rot="16200000">
          <a:off x="-638024" y="640938"/>
          <a:ext cx="2433091" cy="1151213"/>
        </a:xfrm>
        <a:prstGeom prst="flowChartManualOperation">
          <a:avLst/>
        </a:prstGeom>
        <a:solidFill>
          <a:srgbClr val="72FEF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60237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b="1" kern="1200"/>
            <a:t>Project</a:t>
          </a:r>
          <a:br>
            <a:rPr lang="en-US" altLang="ko-KR" sz="900" b="1" kern="1200"/>
          </a:br>
          <a:r>
            <a:rPr lang="en-US" altLang="ko-KR" sz="900" b="1" kern="1200"/>
            <a:t>Abstract</a:t>
          </a:r>
          <a:endParaRPr lang="ko-KR" altLang="en-US" sz="900" b="1" kern="1200"/>
        </a:p>
      </dsp:txBody>
      <dsp:txXfrm rot="5400000">
        <a:off x="2915" y="486617"/>
        <a:ext cx="1151213" cy="1459855"/>
      </dsp:txXfrm>
    </dsp:sp>
    <dsp:sp modelId="{404B2401-69AB-4472-9912-CA8DC6C48A99}">
      <dsp:nvSpPr>
        <dsp:cNvPr id="0" name=""/>
        <dsp:cNvSpPr/>
      </dsp:nvSpPr>
      <dsp:spPr>
        <a:xfrm rot="16200000">
          <a:off x="599530" y="640938"/>
          <a:ext cx="2433091" cy="115121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60237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b="1" kern="1200"/>
            <a:t>Analyze</a:t>
          </a:r>
          <a:endParaRPr lang="ko-KR" altLang="en-US" sz="900" b="1" kern="1200"/>
        </a:p>
      </dsp:txBody>
      <dsp:txXfrm rot="5400000">
        <a:off x="1240469" y="486617"/>
        <a:ext cx="1151213" cy="1459855"/>
      </dsp:txXfrm>
    </dsp:sp>
    <dsp:sp modelId="{309E78F0-2399-4223-9F88-0CB92F994DF6}">
      <dsp:nvSpPr>
        <dsp:cNvPr id="0" name=""/>
        <dsp:cNvSpPr/>
      </dsp:nvSpPr>
      <dsp:spPr>
        <a:xfrm rot="16200000">
          <a:off x="1837085" y="640938"/>
          <a:ext cx="2433091" cy="1151213"/>
        </a:xfrm>
        <a:prstGeom prst="flowChartManualOperation">
          <a:avLst/>
        </a:prstGeom>
        <a:solidFill>
          <a:srgbClr val="00817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60237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b="1" kern="1200"/>
            <a:t>Cost</a:t>
          </a:r>
          <a:br>
            <a:rPr lang="en-US" altLang="ko-KR" sz="900" b="1" kern="1200"/>
          </a:br>
          <a:r>
            <a:rPr lang="en-US" altLang="ko-KR" sz="900" b="1" kern="1200"/>
            <a:t>Approximation</a:t>
          </a:r>
          <a:endParaRPr lang="ko-KR" altLang="en-US" sz="900" b="1" kern="1200"/>
        </a:p>
      </dsp:txBody>
      <dsp:txXfrm rot="5400000">
        <a:off x="2478024" y="486617"/>
        <a:ext cx="1151213" cy="1459855"/>
      </dsp:txXfrm>
    </dsp:sp>
    <dsp:sp modelId="{15132EB2-F313-4B4E-9872-84175109D4C6}">
      <dsp:nvSpPr>
        <dsp:cNvPr id="0" name=""/>
        <dsp:cNvSpPr/>
      </dsp:nvSpPr>
      <dsp:spPr>
        <a:xfrm rot="16200000">
          <a:off x="3074639" y="640938"/>
          <a:ext cx="2433091" cy="1151213"/>
        </a:xfrm>
        <a:prstGeom prst="flowChartManualOperati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60237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b="1" kern="1200"/>
            <a:t>Comparison</a:t>
          </a:r>
          <a:endParaRPr lang="ko-KR" altLang="en-US" sz="900" b="1" kern="1200"/>
        </a:p>
      </dsp:txBody>
      <dsp:txXfrm rot="5400000">
        <a:off x="3715578" y="486617"/>
        <a:ext cx="1151213" cy="1459855"/>
      </dsp:txXfrm>
    </dsp:sp>
    <dsp:sp modelId="{B16BA73E-CD00-48AB-BF57-1389DD360086}">
      <dsp:nvSpPr>
        <dsp:cNvPr id="0" name=""/>
        <dsp:cNvSpPr/>
      </dsp:nvSpPr>
      <dsp:spPr>
        <a:xfrm rot="16200000">
          <a:off x="4312194" y="640938"/>
          <a:ext cx="2433091" cy="1151213"/>
        </a:xfrm>
        <a:prstGeom prst="flowChartManualOperation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60237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b="1" kern="1200"/>
            <a:t>Business Case</a:t>
          </a:r>
          <a:br>
            <a:rPr lang="en-US" altLang="ko-KR" sz="900" b="1" kern="1200"/>
          </a:br>
          <a:r>
            <a:rPr lang="en-US" altLang="ko-KR" sz="900" b="1" kern="1200">
              <a:latin typeface="Verdana"/>
            </a:rPr>
            <a:t>Study</a:t>
          </a:r>
          <a:endParaRPr lang="ko-KR" altLang="en-US" sz="900" b="1" kern="1200"/>
        </a:p>
      </dsp:txBody>
      <dsp:txXfrm rot="5400000">
        <a:off x="4953133" y="486617"/>
        <a:ext cx="1151213" cy="1459855"/>
      </dsp:txXfrm>
    </dsp:sp>
    <dsp:sp modelId="{7A75B83A-C8BE-4433-B39D-919F0EB95750}">
      <dsp:nvSpPr>
        <dsp:cNvPr id="0" name=""/>
        <dsp:cNvSpPr/>
      </dsp:nvSpPr>
      <dsp:spPr>
        <a:xfrm rot="16200000">
          <a:off x="5549749" y="640938"/>
          <a:ext cx="2433091" cy="1151213"/>
        </a:xfrm>
        <a:prstGeom prst="flowChartManualOperati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60237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900" b="1" kern="1200"/>
            <a:t>Conclusion</a:t>
          </a:r>
          <a:endParaRPr lang="ko-KR" altLang="en-US" sz="900" b="1" kern="1200"/>
        </a:p>
      </dsp:txBody>
      <dsp:txXfrm rot="5400000">
        <a:off x="6190688" y="486617"/>
        <a:ext cx="1151213" cy="1459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D1079-E6D8-44BD-8CFF-02C4D2B23320}">
      <dsp:nvSpPr>
        <dsp:cNvPr id="0" name=""/>
        <dsp:cNvSpPr/>
      </dsp:nvSpPr>
      <dsp:spPr>
        <a:xfrm>
          <a:off x="0" y="279030"/>
          <a:ext cx="1125125" cy="45005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Design</a:t>
          </a:r>
          <a:endParaRPr lang="ko-KR" altLang="en-US" sz="700" kern="1200"/>
        </a:p>
      </dsp:txBody>
      <dsp:txXfrm>
        <a:off x="225025" y="279030"/>
        <a:ext cx="675075" cy="450050"/>
      </dsp:txXfrm>
    </dsp:sp>
    <dsp:sp modelId="{DE06DC91-A133-4C5A-A078-70F5B4331D32}">
      <dsp:nvSpPr>
        <dsp:cNvPr id="0" name=""/>
        <dsp:cNvSpPr/>
      </dsp:nvSpPr>
      <dsp:spPr>
        <a:xfrm>
          <a:off x="1012612" y="279030"/>
          <a:ext cx="1125125" cy="450050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Pre-Processing</a:t>
          </a:r>
          <a:endParaRPr lang="ko-KR" altLang="en-US" sz="700" kern="1200"/>
        </a:p>
      </dsp:txBody>
      <dsp:txXfrm>
        <a:off x="1237637" y="279030"/>
        <a:ext cx="675075" cy="450050"/>
      </dsp:txXfrm>
    </dsp:sp>
    <dsp:sp modelId="{1AE9B2FE-A733-4E49-8970-26DD94EAD65C}">
      <dsp:nvSpPr>
        <dsp:cNvPr id="0" name=""/>
        <dsp:cNvSpPr/>
      </dsp:nvSpPr>
      <dsp:spPr>
        <a:xfrm>
          <a:off x="2025224" y="279030"/>
          <a:ext cx="1125125" cy="450050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Insert</a:t>
          </a:r>
          <a:endParaRPr lang="ko-KR" altLang="en-US" sz="700" kern="1200"/>
        </a:p>
      </dsp:txBody>
      <dsp:txXfrm>
        <a:off x="2250249" y="279030"/>
        <a:ext cx="675075" cy="450050"/>
      </dsp:txXfrm>
    </dsp:sp>
    <dsp:sp modelId="{ECEF3FEF-1389-4C77-8B95-FCE809D667A4}">
      <dsp:nvSpPr>
        <dsp:cNvPr id="0" name=""/>
        <dsp:cNvSpPr/>
      </dsp:nvSpPr>
      <dsp:spPr>
        <a:xfrm>
          <a:off x="3037837" y="279030"/>
          <a:ext cx="1125125" cy="450050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Inject</a:t>
          </a:r>
          <a:endParaRPr lang="ko-KR" altLang="en-US" sz="700" kern="1200"/>
        </a:p>
      </dsp:txBody>
      <dsp:txXfrm>
        <a:off x="3262862" y="279030"/>
        <a:ext cx="675075" cy="450050"/>
      </dsp:txXfrm>
    </dsp:sp>
    <dsp:sp modelId="{C08F4606-054B-4BDE-8605-BA6D9B0C9960}">
      <dsp:nvSpPr>
        <dsp:cNvPr id="0" name=""/>
        <dsp:cNvSpPr/>
      </dsp:nvSpPr>
      <dsp:spPr>
        <a:xfrm>
          <a:off x="4050450" y="279030"/>
          <a:ext cx="1125125" cy="450050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Solidification</a:t>
          </a:r>
          <a:endParaRPr lang="ko-KR" altLang="en-US" sz="700" kern="1200"/>
        </a:p>
      </dsp:txBody>
      <dsp:txXfrm>
        <a:off x="4275475" y="279030"/>
        <a:ext cx="675075" cy="450050"/>
      </dsp:txXfrm>
    </dsp:sp>
    <dsp:sp modelId="{E9A5317C-0E50-4ADC-9543-10C91EADB64D}">
      <dsp:nvSpPr>
        <dsp:cNvPr id="0" name=""/>
        <dsp:cNvSpPr/>
      </dsp:nvSpPr>
      <dsp:spPr>
        <a:xfrm>
          <a:off x="5063062" y="279030"/>
          <a:ext cx="1125125" cy="450050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Eject</a:t>
          </a:r>
          <a:endParaRPr lang="ko-KR" altLang="en-US" sz="700" kern="1200"/>
        </a:p>
      </dsp:txBody>
      <dsp:txXfrm>
        <a:off x="5288087" y="279030"/>
        <a:ext cx="675075" cy="450050"/>
      </dsp:txXfrm>
    </dsp:sp>
    <dsp:sp modelId="{6BAB3064-2879-49A8-B592-F805F8BADD79}">
      <dsp:nvSpPr>
        <dsp:cNvPr id="0" name=""/>
        <dsp:cNvSpPr/>
      </dsp:nvSpPr>
      <dsp:spPr>
        <a:xfrm>
          <a:off x="6075675" y="279030"/>
          <a:ext cx="1125125" cy="450050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700" kern="1200"/>
            <a:t>Post-Processing</a:t>
          </a:r>
          <a:endParaRPr lang="ko-KR" altLang="en-US" sz="700" kern="1200"/>
        </a:p>
      </dsp:txBody>
      <dsp:txXfrm>
        <a:off x="6300700" y="279030"/>
        <a:ext cx="675075" cy="450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6DC91-A133-4C5A-A078-70F5B4331D32}">
      <dsp:nvSpPr>
        <dsp:cNvPr id="0" name=""/>
        <dsp:cNvSpPr/>
      </dsp:nvSpPr>
      <dsp:spPr>
        <a:xfrm>
          <a:off x="3340" y="0"/>
          <a:ext cx="1944356" cy="555671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/>
            <a:t>Design</a:t>
          </a:r>
          <a:endParaRPr lang="ko-KR" altLang="en-US" sz="1800" kern="1200"/>
        </a:p>
      </dsp:txBody>
      <dsp:txXfrm>
        <a:off x="281176" y="0"/>
        <a:ext cx="1388685" cy="555671"/>
      </dsp:txXfrm>
    </dsp:sp>
    <dsp:sp modelId="{1AE9B2FE-A733-4E49-8970-26DD94EAD65C}">
      <dsp:nvSpPr>
        <dsp:cNvPr id="0" name=""/>
        <dsp:cNvSpPr/>
      </dsp:nvSpPr>
      <dsp:spPr>
        <a:xfrm>
          <a:off x="1753261" y="0"/>
          <a:ext cx="1944356" cy="555671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/>
            <a:t>Pre-Processing</a:t>
          </a:r>
          <a:endParaRPr lang="ko-KR" altLang="en-US" sz="1800" kern="1200"/>
        </a:p>
      </dsp:txBody>
      <dsp:txXfrm>
        <a:off x="2031097" y="0"/>
        <a:ext cx="1388685" cy="555671"/>
      </dsp:txXfrm>
    </dsp:sp>
    <dsp:sp modelId="{6BAB3064-2879-49A8-B592-F805F8BADD79}">
      <dsp:nvSpPr>
        <dsp:cNvPr id="0" name=""/>
        <dsp:cNvSpPr/>
      </dsp:nvSpPr>
      <dsp:spPr>
        <a:xfrm>
          <a:off x="3503182" y="0"/>
          <a:ext cx="1944356" cy="555671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/>
            <a:t>Printing</a:t>
          </a:r>
          <a:endParaRPr lang="ko-KR" altLang="en-US" sz="1800" kern="1200"/>
        </a:p>
      </dsp:txBody>
      <dsp:txXfrm>
        <a:off x="3781018" y="0"/>
        <a:ext cx="1388685" cy="555671"/>
      </dsp:txXfrm>
    </dsp:sp>
    <dsp:sp modelId="{7AFD1079-E6D8-44BD-8CFF-02C4D2B23320}">
      <dsp:nvSpPr>
        <dsp:cNvPr id="0" name=""/>
        <dsp:cNvSpPr/>
      </dsp:nvSpPr>
      <dsp:spPr>
        <a:xfrm>
          <a:off x="5253103" y="0"/>
          <a:ext cx="1944356" cy="555671"/>
        </a:xfrm>
        <a:prstGeom prst="chevron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/>
            <a:t>Post-Processing</a:t>
          </a:r>
          <a:endParaRPr lang="ko-KR" altLang="en-US" sz="1800" kern="1200"/>
        </a:p>
      </dsp:txBody>
      <dsp:txXfrm>
        <a:off x="5530939" y="0"/>
        <a:ext cx="1388685" cy="555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59889B-E8E4-4DF0-8D50-6812C42D3B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C864735-9297-492C-A23F-9AF95315BB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3BCFE01-B0C4-4DEE-8BB1-76113A3A263D}" type="datetimeFigureOut">
              <a:rPr lang="de-DE"/>
              <a:pPr>
                <a:defRPr/>
              </a:pPr>
              <a:t>29.07.2021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960671-82C0-45E3-82ED-F7AC4A64BE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69E905-DCAE-401E-B283-E3994D3D57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50" charset="-127"/>
              </a:defRPr>
            </a:lvl1pPr>
          </a:lstStyle>
          <a:p>
            <a:fld id="{62994527-1258-4B6B-B6A8-50B43835C5F3}" type="slidenum">
              <a:rPr lang="de-DE" altLang="ko-KR"/>
              <a:pPr/>
              <a:t>‹#›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D8DF4E9-45B8-431D-9A84-28B7898875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CE67EA-BF57-4728-AD20-E64C3015F4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3F276CB-F26E-490D-8EB5-6ED7A8514D60}" type="datetimeFigureOut">
              <a:rPr lang="de-DE"/>
              <a:pPr>
                <a:defRPr/>
              </a:pPr>
              <a:t>29.07.2021</a:t>
            </a:fld>
            <a:endParaRPr 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D01DD918-060A-4188-B22C-75A8D00E2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4538"/>
            <a:ext cx="59563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047333CE-E89E-46D0-8CCD-F3EDD99C7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A0A17A-0D49-4732-BBAC-60A65DD052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2FBE61-16E8-44FF-A1F8-E87DD188A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50" charset="-127"/>
              </a:defRPr>
            </a:lvl1pPr>
          </a:lstStyle>
          <a:p>
            <a:fld id="{1B7DB520-5BA3-43AC-BFBF-D64594AD77D1}" type="slidenum">
              <a:rPr lang="de-DE" altLang="ko-KR"/>
              <a:pPr/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2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2763627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3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3858934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4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1806935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5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1285732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6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2258181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7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2565606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8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1750745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9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1320956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10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2623538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11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388712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12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2089650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13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530074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9C2BEAA0-42C3-4D0E-8D63-2F0D7DC02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4538"/>
            <a:ext cx="59563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59C2083B-A1D5-4633-8C64-DEC4643EC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AB8DC8F5-DB0E-4D9C-B53A-B2091213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28025C-49A2-45F3-BE1E-19CBC32684DD}" type="slidenum">
              <a:rPr lang="de-DE" altLang="ko-KR"/>
              <a:pPr eaLnBrk="1" hangingPunct="1"/>
              <a:t>14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190129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8">
            <a:extLst>
              <a:ext uri="{FF2B5EF4-FFF2-40B4-BE49-F238E27FC236}">
                <a16:creationId xmlns:a16="http://schemas.microsoft.com/office/drawing/2014/main" id="{165EC73C-4C02-4E68-8386-8818D527F3FB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9">
            <a:extLst>
              <a:ext uri="{FF2B5EF4-FFF2-40B4-BE49-F238E27FC236}">
                <a16:creationId xmlns:a16="http://schemas.microsoft.com/office/drawing/2014/main" id="{5BE1D9B9-72D4-43BD-8AB5-784CE2A4DBAC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9" descr="FHAAC_RGB_oBL-r.jpg">
            <a:extLst>
              <a:ext uri="{FF2B5EF4-FFF2-40B4-BE49-F238E27FC236}">
                <a16:creationId xmlns:a16="http://schemas.microsoft.com/office/drawing/2014/main" id="{F836BD5D-D897-48E1-8A4A-721C1B88F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64" y="239449"/>
            <a:ext cx="579437" cy="1440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88000" y="1537587"/>
            <a:ext cx="8064000" cy="2100000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88000" y="3840000"/>
            <a:ext cx="8064000" cy="1200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de-DE"/>
          </a:p>
        </p:txBody>
      </p:sp>
      <p:sp>
        <p:nvSpPr>
          <p:cNvPr id="7" name="Foliennummernplatzhalter 11">
            <a:extLst>
              <a:ext uri="{FF2B5EF4-FFF2-40B4-BE49-F238E27FC236}">
                <a16:creationId xmlns:a16="http://schemas.microsoft.com/office/drawing/2014/main" id="{3C80D25F-83B3-46D5-B8BE-FC3854769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F50FE0-BEA8-401B-9611-695CED71BCCC}" type="slidenum">
              <a:rPr lang="de-DE" altLang="ko-KR"/>
              <a:pPr/>
              <a:t>‹#›</a:t>
            </a:fld>
            <a:endParaRPr lang="de-DE" altLang="ko-KR"/>
          </a:p>
        </p:txBody>
      </p:sp>
      <p:sp>
        <p:nvSpPr>
          <p:cNvPr id="8" name="Fußzeilenplatzhalter 12">
            <a:extLst>
              <a:ext uri="{FF2B5EF4-FFF2-40B4-BE49-F238E27FC236}">
                <a16:creationId xmlns:a16="http://schemas.microsoft.com/office/drawing/2014/main" id="{3E55F308-BAE0-49BC-905C-DF656000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© FH AACHEN</a:t>
            </a:r>
            <a:r>
              <a:rPr lang="de-DE" b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040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anfa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8">
            <a:extLst>
              <a:ext uri="{FF2B5EF4-FFF2-40B4-BE49-F238E27FC236}">
                <a16:creationId xmlns:a16="http://schemas.microsoft.com/office/drawing/2014/main" id="{8567E7AA-4353-4A81-9C69-BCF963CADF54}"/>
              </a:ext>
            </a:extLst>
          </p:cNvPr>
          <p:cNvCxnSpPr/>
          <p:nvPr/>
        </p:nvCxnSpPr>
        <p:spPr>
          <a:xfrm>
            <a:off x="287338" y="1199886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9">
            <a:extLst>
              <a:ext uri="{FF2B5EF4-FFF2-40B4-BE49-F238E27FC236}">
                <a16:creationId xmlns:a16="http://schemas.microsoft.com/office/drawing/2014/main" id="{2F8213CB-2CBD-43D9-8CAA-D632905487C4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9" descr="FHAAC_RGB_oBL-r.jpg">
            <a:extLst>
              <a:ext uri="{FF2B5EF4-FFF2-40B4-BE49-F238E27FC236}">
                <a16:creationId xmlns:a16="http://schemas.microsoft.com/office/drawing/2014/main" id="{07D466BC-3611-47F3-BC74-077E6B52E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64" y="239449"/>
            <a:ext cx="579437" cy="1440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288000" y="517240"/>
            <a:ext cx="8064000" cy="60000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8000" y="1296000"/>
            <a:ext cx="8064000" cy="402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4000">
                <a:solidFill>
                  <a:schemeClr val="tx1"/>
                </a:solidFill>
                <a:latin typeface="Verdana" pitchFamily="34" charset="0"/>
              </a:defRPr>
            </a:lvl1pPr>
            <a:lvl2pPr marL="0" indent="0">
              <a:spcBef>
                <a:spcPts val="1667"/>
              </a:spcBef>
              <a:buNone/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603226" indent="-306904">
              <a:buFont typeface="Verdana" pitchFamily="34" charset="0"/>
              <a:buChar char="&gt;"/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333"/>
              </a:spcBef>
              <a:buFontTx/>
              <a:buNone/>
              <a:defRPr sz="1333" baseline="0">
                <a:solidFill>
                  <a:schemeClr val="tx1"/>
                </a:solidFill>
                <a:latin typeface="Verdana" pitchFamily="34" charset="0"/>
              </a:defRPr>
            </a:lvl4pPr>
            <a:lvl5pPr marL="603226" indent="-306904">
              <a:buFont typeface="Verdana" pitchFamily="34" charset="0"/>
              <a:buChar char="&gt;"/>
              <a:defRPr sz="1333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Datumsplatzhalter 16">
            <a:extLst>
              <a:ext uri="{FF2B5EF4-FFF2-40B4-BE49-F238E27FC236}">
                <a16:creationId xmlns:a16="http://schemas.microsoft.com/office/drawing/2014/main" id="{036AD2C2-3E0B-4DD6-B019-5964105A6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02.03.2011  |</a:t>
            </a:r>
          </a:p>
        </p:txBody>
      </p:sp>
      <p:sp>
        <p:nvSpPr>
          <p:cNvPr id="10" name="Foliennummernplatzhalter 17">
            <a:extLst>
              <a:ext uri="{FF2B5EF4-FFF2-40B4-BE49-F238E27FC236}">
                <a16:creationId xmlns:a16="http://schemas.microsoft.com/office/drawing/2014/main" id="{1E29772B-ADC8-4786-AD08-E582DF58E9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3938A5-9BE0-4C05-947B-6493B5C3BBEB}" type="slidenum">
              <a:rPr lang="de-DE" altLang="ko-KR"/>
              <a:pPr/>
              <a:t>‹#›</a:t>
            </a:fld>
            <a:endParaRPr lang="de-DE" altLang="ko-KR"/>
          </a:p>
        </p:txBody>
      </p:sp>
      <p:sp>
        <p:nvSpPr>
          <p:cNvPr id="11" name="Fußzeilenplatzhalter 18">
            <a:extLst>
              <a:ext uri="{FF2B5EF4-FFF2-40B4-BE49-F238E27FC236}">
                <a16:creationId xmlns:a16="http://schemas.microsoft.com/office/drawing/2014/main" id="{219C0701-8222-40C0-8AAC-0D827AAD0D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© FH AACHEN</a:t>
            </a:r>
            <a:r>
              <a:rPr lang="de-DE" b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07120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8">
            <a:extLst>
              <a:ext uri="{FF2B5EF4-FFF2-40B4-BE49-F238E27FC236}">
                <a16:creationId xmlns:a16="http://schemas.microsoft.com/office/drawing/2014/main" id="{B1A0FF54-90E3-48E7-A415-19E3677714B1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9" descr="FHAAC_RGB_oBL-r.jpg">
            <a:extLst>
              <a:ext uri="{FF2B5EF4-FFF2-40B4-BE49-F238E27FC236}">
                <a16:creationId xmlns:a16="http://schemas.microsoft.com/office/drawing/2014/main" id="{C8206984-8CE4-4C15-882A-30D546F90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64" y="239449"/>
            <a:ext cx="579437" cy="1440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Gerade Verbindung 10">
            <a:extLst>
              <a:ext uri="{FF2B5EF4-FFF2-40B4-BE49-F238E27FC236}">
                <a16:creationId xmlns:a16="http://schemas.microsoft.com/office/drawing/2014/main" id="{AF8DA854-A4BC-418F-A6F6-0F253C9ED40F}"/>
              </a:ext>
            </a:extLst>
          </p:cNvPr>
          <p:cNvCxnSpPr/>
          <p:nvPr/>
        </p:nvCxnSpPr>
        <p:spPr>
          <a:xfrm>
            <a:off x="287338" y="1199886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288000" y="517240"/>
            <a:ext cx="8064000" cy="60000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de-DE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8000" y="1296000"/>
            <a:ext cx="8064000" cy="402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chemeClr val="tx1"/>
                </a:solidFill>
                <a:latin typeface="Verdana" pitchFamily="34" charset="0"/>
              </a:defRPr>
            </a:lvl1pPr>
            <a:lvl2pPr marL="0" indent="0">
              <a:spcBef>
                <a:spcPts val="1667"/>
              </a:spcBef>
              <a:buNone/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marL="603226" indent="-306904">
              <a:buFont typeface="Verdana" pitchFamily="34" charset="0"/>
              <a:buChar char="&gt;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333"/>
              </a:spcBef>
              <a:buFontTx/>
              <a:buNone/>
              <a:defRPr sz="1333">
                <a:solidFill>
                  <a:schemeClr val="tx1"/>
                </a:solidFill>
                <a:latin typeface="Verdana" pitchFamily="34" charset="0"/>
              </a:defRPr>
            </a:lvl4pPr>
            <a:lvl5pPr marL="603226" indent="-306904">
              <a:buFont typeface="Verdana" pitchFamily="34" charset="0"/>
              <a:buChar char="&gt;"/>
              <a:defRPr sz="1333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de-DE"/>
          </a:p>
        </p:txBody>
      </p:sp>
      <p:sp>
        <p:nvSpPr>
          <p:cNvPr id="9" name="Datumsplatzhalter 10">
            <a:extLst>
              <a:ext uri="{FF2B5EF4-FFF2-40B4-BE49-F238E27FC236}">
                <a16:creationId xmlns:a16="http://schemas.microsoft.com/office/drawing/2014/main" id="{1C4B355D-D8DB-43E4-8B1C-65FFF18B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02.03.2011  |</a:t>
            </a:r>
          </a:p>
        </p:txBody>
      </p:sp>
      <p:sp>
        <p:nvSpPr>
          <p:cNvPr id="10" name="Foliennummernplatzhalter 11">
            <a:extLst>
              <a:ext uri="{FF2B5EF4-FFF2-40B4-BE49-F238E27FC236}">
                <a16:creationId xmlns:a16="http://schemas.microsoft.com/office/drawing/2014/main" id="{63B6785B-0FEE-426C-AE74-5B4947821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F264FB5-A91F-4AF5-9AD3-37EA2FCCC77C}" type="slidenum">
              <a:rPr lang="de-DE" altLang="ko-KR"/>
              <a:pPr/>
              <a:t>‹#›</a:t>
            </a:fld>
            <a:endParaRPr lang="de-DE" altLang="ko-KR"/>
          </a:p>
        </p:txBody>
      </p:sp>
      <p:sp>
        <p:nvSpPr>
          <p:cNvPr id="11" name="Fußzeilenplatzhalter 12">
            <a:extLst>
              <a:ext uri="{FF2B5EF4-FFF2-40B4-BE49-F238E27FC236}">
                <a16:creationId xmlns:a16="http://schemas.microsoft.com/office/drawing/2014/main" id="{21AD2103-8619-494F-8A0D-947FAF813D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© FH AACHEN</a:t>
            </a:r>
            <a:r>
              <a:rPr lang="de-DE" b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1930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8">
            <a:extLst>
              <a:ext uri="{FF2B5EF4-FFF2-40B4-BE49-F238E27FC236}">
                <a16:creationId xmlns:a16="http://schemas.microsoft.com/office/drawing/2014/main" id="{8B0C61D0-6EF0-4CF2-97AB-8D460135F015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9" descr="FHAAC_RGB_oBL-r.jpg">
            <a:extLst>
              <a:ext uri="{FF2B5EF4-FFF2-40B4-BE49-F238E27FC236}">
                <a16:creationId xmlns:a16="http://schemas.microsoft.com/office/drawing/2014/main" id="{8AF45BEA-CE41-44F0-AA9E-13D41A542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64" y="239449"/>
            <a:ext cx="579437" cy="1440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Gerade Verbindung 10">
            <a:extLst>
              <a:ext uri="{FF2B5EF4-FFF2-40B4-BE49-F238E27FC236}">
                <a16:creationId xmlns:a16="http://schemas.microsoft.com/office/drawing/2014/main" id="{B82CE17C-ABDD-4521-B4BC-81048607FFEC}"/>
              </a:ext>
            </a:extLst>
          </p:cNvPr>
          <p:cNvCxnSpPr/>
          <p:nvPr/>
        </p:nvCxnSpPr>
        <p:spPr>
          <a:xfrm>
            <a:off x="287338" y="1199886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8000" y="1296000"/>
            <a:ext cx="3888000" cy="4020000"/>
          </a:xfrm>
        </p:spPr>
        <p:txBody>
          <a:bodyPr/>
          <a:lstStyle>
            <a:lvl1pPr>
              <a:defRPr sz="2000"/>
            </a:lvl1pPr>
            <a:lvl2pPr marL="0" indent="10583">
              <a:spcBef>
                <a:spcPts val="1667"/>
              </a:spcBef>
              <a:defRPr sz="2000"/>
            </a:lvl2pPr>
            <a:lvl3pPr>
              <a:defRPr sz="2000" baseline="0"/>
            </a:lvl3pPr>
            <a:lvl4pPr marL="0" indent="0">
              <a:defRPr sz="1333"/>
            </a:lvl4pPr>
            <a:lvl5pPr>
              <a:defRPr sz="1333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288000" y="517240"/>
            <a:ext cx="8064000" cy="60000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de-DE"/>
          </a:p>
        </p:txBody>
      </p:sp>
      <p:sp>
        <p:nvSpPr>
          <p:cNvPr id="13" name="Inhaltsplatzhalter 2"/>
          <p:cNvSpPr>
            <a:spLocks noGrp="1"/>
          </p:cNvSpPr>
          <p:nvPr>
            <p:ph sz="half" idx="10"/>
          </p:nvPr>
        </p:nvSpPr>
        <p:spPr>
          <a:xfrm>
            <a:off x="4464000" y="1296000"/>
            <a:ext cx="3888000" cy="4020000"/>
          </a:xfrm>
        </p:spPr>
        <p:txBody>
          <a:bodyPr/>
          <a:lstStyle>
            <a:lvl1pPr>
              <a:defRPr sz="2000"/>
            </a:lvl1pPr>
            <a:lvl2pPr marL="0" indent="0">
              <a:spcBef>
                <a:spcPts val="1667"/>
              </a:spcBef>
              <a:defRPr sz="2000"/>
            </a:lvl2pPr>
            <a:lvl3pPr>
              <a:defRPr sz="2000"/>
            </a:lvl3pPr>
            <a:lvl4pPr marL="0" indent="0">
              <a:defRPr sz="1333"/>
            </a:lvl4pPr>
            <a:lvl5pPr>
              <a:defRPr sz="1333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de-DE"/>
          </a:p>
        </p:txBody>
      </p:sp>
      <p:sp>
        <p:nvSpPr>
          <p:cNvPr id="8" name="Datumsplatzhalter 10">
            <a:extLst>
              <a:ext uri="{FF2B5EF4-FFF2-40B4-BE49-F238E27FC236}">
                <a16:creationId xmlns:a16="http://schemas.microsoft.com/office/drawing/2014/main" id="{77F04FA3-5742-457E-B8AC-17ABBE09E19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02.03.2011  |</a:t>
            </a:r>
          </a:p>
        </p:txBody>
      </p:sp>
      <p:sp>
        <p:nvSpPr>
          <p:cNvPr id="9" name="Foliennummernplatzhalter 11">
            <a:extLst>
              <a:ext uri="{FF2B5EF4-FFF2-40B4-BE49-F238E27FC236}">
                <a16:creationId xmlns:a16="http://schemas.microsoft.com/office/drawing/2014/main" id="{9A9793A6-7DA9-4716-AD90-9A22121C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B7657E-BEC3-4079-93CB-3FB73E346DAA}" type="slidenum">
              <a:rPr lang="de-DE" altLang="ko-KR"/>
              <a:pPr/>
              <a:t>‹#›</a:t>
            </a:fld>
            <a:endParaRPr lang="de-DE" altLang="ko-KR"/>
          </a:p>
        </p:txBody>
      </p:sp>
      <p:sp>
        <p:nvSpPr>
          <p:cNvPr id="11" name="Fußzeilenplatzhalter 13">
            <a:extLst>
              <a:ext uri="{FF2B5EF4-FFF2-40B4-BE49-F238E27FC236}">
                <a16:creationId xmlns:a16="http://schemas.microsoft.com/office/drawing/2014/main" id="{22BB8C66-E6A5-4D41-8F75-3F1494494C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© FH AACHEN  </a:t>
            </a:r>
            <a:endParaRPr lang="de-DE" b="0"/>
          </a:p>
        </p:txBody>
      </p:sp>
    </p:spTree>
    <p:extLst>
      <p:ext uri="{BB962C8B-B14F-4D97-AF65-F5344CB8AC3E}">
        <p14:creationId xmlns:p14="http://schemas.microsoft.com/office/powerpoint/2010/main" val="250360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8">
            <a:extLst>
              <a:ext uri="{FF2B5EF4-FFF2-40B4-BE49-F238E27FC236}">
                <a16:creationId xmlns:a16="http://schemas.microsoft.com/office/drawing/2014/main" id="{3D53A304-E031-4B64-9441-854926CF2CCC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D80C4D7E-BE46-470D-A048-ADC6ED395A1F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9" descr="FHAAC_RGB_oBL-r.jpg">
            <a:extLst>
              <a:ext uri="{FF2B5EF4-FFF2-40B4-BE49-F238E27FC236}">
                <a16:creationId xmlns:a16="http://schemas.microsoft.com/office/drawing/2014/main" id="{51A20765-3117-4A63-8301-5D931FBD6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64" y="239449"/>
            <a:ext cx="579437" cy="1440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88000" y="1657367"/>
            <a:ext cx="8064000" cy="2122633"/>
          </a:xfrm>
        </p:spPr>
        <p:txBody>
          <a:bodyPr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de-DE"/>
          </a:p>
        </p:txBody>
      </p:sp>
      <p:sp>
        <p:nvSpPr>
          <p:cNvPr id="6" name="Datumsplatzhalter 9">
            <a:extLst>
              <a:ext uri="{FF2B5EF4-FFF2-40B4-BE49-F238E27FC236}">
                <a16:creationId xmlns:a16="http://schemas.microsoft.com/office/drawing/2014/main" id="{FFC30DB5-0C32-4E7C-A816-5036A1BB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02.03.2011  |</a:t>
            </a:r>
          </a:p>
        </p:txBody>
      </p:sp>
      <p:sp>
        <p:nvSpPr>
          <p:cNvPr id="7" name="Foliennummernplatzhalter 10">
            <a:extLst>
              <a:ext uri="{FF2B5EF4-FFF2-40B4-BE49-F238E27FC236}">
                <a16:creationId xmlns:a16="http://schemas.microsoft.com/office/drawing/2014/main" id="{0330FF95-CA55-4924-AA48-D53E5D755A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3D94FF-3AA2-4C40-82E9-9B8F6C823C24}" type="slidenum">
              <a:rPr lang="de-DE" altLang="ko-KR"/>
              <a:pPr/>
              <a:t>‹#›</a:t>
            </a:fld>
            <a:endParaRPr lang="de-DE" altLang="ko-KR"/>
          </a:p>
        </p:txBody>
      </p:sp>
      <p:sp>
        <p:nvSpPr>
          <p:cNvPr id="8" name="Fußzeilenplatzhalter 11">
            <a:extLst>
              <a:ext uri="{FF2B5EF4-FFF2-40B4-BE49-F238E27FC236}">
                <a16:creationId xmlns:a16="http://schemas.microsoft.com/office/drawing/2014/main" id="{D1673083-FB3A-4518-85BF-593F78DBF3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© FH AACHEN  </a:t>
            </a:r>
            <a:endParaRPr lang="de-DE" b="0"/>
          </a:p>
        </p:txBody>
      </p:sp>
    </p:spTree>
    <p:extLst>
      <p:ext uri="{BB962C8B-B14F-4D97-AF65-F5344CB8AC3E}">
        <p14:creationId xmlns:p14="http://schemas.microsoft.com/office/powerpoint/2010/main" val="120302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>
            <a:extLst>
              <a:ext uri="{FF2B5EF4-FFF2-40B4-BE49-F238E27FC236}">
                <a16:creationId xmlns:a16="http://schemas.microsoft.com/office/drawing/2014/main" id="{4153F0E3-DF02-48C6-829F-E9D6C1A6651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87338" y="515938"/>
            <a:ext cx="8064500" cy="60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/>
              <a:t>Titelmasterformat durch Klicken bearbeiten</a:t>
            </a:r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BE9F344F-4CFC-4068-8E21-3EA87B76B8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87338" y="1297782"/>
            <a:ext cx="8064500" cy="401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/>
              <a:t>Textmasterformate durch Klicken bearbeiten</a:t>
            </a:r>
          </a:p>
          <a:p>
            <a:pPr lvl="1"/>
            <a:r>
              <a:rPr lang="de-DE" altLang="ko-KR"/>
              <a:t>Zweite Ebene</a:t>
            </a:r>
          </a:p>
          <a:p>
            <a:pPr lvl="2"/>
            <a:r>
              <a:rPr lang="de-DE" altLang="ko-KR"/>
              <a:t>Dritte Ebene</a:t>
            </a:r>
          </a:p>
          <a:p>
            <a:pPr lvl="3"/>
            <a:r>
              <a:rPr lang="de-DE" altLang="ko-KR"/>
              <a:t>Vierte Ebene</a:t>
            </a:r>
          </a:p>
          <a:p>
            <a:pPr lvl="4"/>
            <a:r>
              <a:rPr lang="de-DE" altLang="ko-KR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91947D-C3F0-45BA-B624-C59A6A0D3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7308851" y="5459678"/>
            <a:ext cx="792163" cy="10186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667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04.12.2020  |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A555E0-6889-4AB7-89C8-4B150D610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338" y="5459678"/>
            <a:ext cx="5734050" cy="10186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667" b="1" dirty="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© FH AACHEN</a:t>
            </a:r>
            <a:endParaRPr lang="de-DE" b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C2CD39-E823-4872-9C88-B6A7B6774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5450" y="5459678"/>
            <a:ext cx="298450" cy="101864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667">
                <a:latin typeface="Verdana" panose="020B0604030504040204" pitchFamily="34" charset="0"/>
                <a:ea typeface="굴림" panose="020B0600000101010101" pitchFamily="50" charset="-127"/>
              </a:defRPr>
            </a:lvl1pPr>
          </a:lstStyle>
          <a:p>
            <a:fld id="{683C70E3-D933-4325-A470-B9E28EBFED85}" type="slidenum">
              <a:rPr lang="de-DE" altLang="ko-KR"/>
              <a:pPr/>
              <a:t>‹#›</a:t>
            </a:fld>
            <a:endParaRPr lang="de-DE" altLang="ko-KR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E2B65534-55B1-4FF4-94FB-CB984B08D192}"/>
              </a:ext>
            </a:extLst>
          </p:cNvPr>
          <p:cNvCxnSpPr/>
          <p:nvPr/>
        </p:nvCxnSpPr>
        <p:spPr>
          <a:xfrm>
            <a:off x="287338" y="5430574"/>
            <a:ext cx="8064500" cy="132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</p:sldLayoutIdLst>
  <p:hf hdr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Verdana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Verdana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Verdana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Verdana" pitchFamily="34" charset="0"/>
        </a:defRPr>
      </a:lvl5pPr>
      <a:lvl6pPr marL="380985" algn="ctr" rtl="0" eaLnBrk="1" fontAlgn="base" latinLnBrk="1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pitchFamily="34" charset="0"/>
        </a:defRPr>
      </a:lvl6pPr>
      <a:lvl7pPr marL="761970" algn="ctr" rtl="0" eaLnBrk="1" fontAlgn="base" latinLnBrk="1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pitchFamily="34" charset="0"/>
        </a:defRPr>
      </a:lvl7pPr>
      <a:lvl8pPr marL="1142954" algn="ctr" rtl="0" eaLnBrk="1" fontAlgn="base" latinLnBrk="1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pitchFamily="34" charset="0"/>
        </a:defRPr>
      </a:lvl8pPr>
      <a:lvl9pPr marL="1523939" algn="ctr" rtl="0" eaLnBrk="1" fontAlgn="base" latinLnBrk="1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pitchFamily="34" charset="0"/>
        </a:defRPr>
      </a:lvl9pPr>
    </p:titleStyle>
    <p:bodyStyle>
      <a:lvl1pPr marL="285739" indent="-285739" algn="l" rtl="0" eaLnBrk="1" fontAlgn="base" latinLnBrk="1" hangingPunct="1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619100" indent="-238115" algn="l" rtl="0" eaLnBrk="1" fontAlgn="base" latinLnBrk="1" hangingPunct="1">
        <a:spcBef>
          <a:spcPts val="2000"/>
        </a:spcBef>
        <a:spcAft>
          <a:spcPct val="0"/>
        </a:spcAft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518563" indent="-296321" algn="l" rtl="0" eaLnBrk="1" fontAlgn="base" latinLnBrk="1" hangingPunct="1">
        <a:spcBef>
          <a:spcPct val="20000"/>
        </a:spcBef>
        <a:spcAft>
          <a:spcPct val="0"/>
        </a:spcAft>
        <a:buFont typeface="Verdana" panose="020B0604030504040204" pitchFamily="34" charset="0"/>
        <a:buChar char="&gt;"/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333447" indent="-190492" algn="l" rtl="0" eaLnBrk="1" fontAlgn="base" latinLnBrk="1" hangingPunct="1">
        <a:spcBef>
          <a:spcPts val="1333"/>
        </a:spcBef>
        <a:spcAft>
          <a:spcPct val="0"/>
        </a:spcAft>
        <a:buFont typeface="Arial" panose="020B0604020202020204" pitchFamily="34" charset="0"/>
        <a:defRPr sz="1333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444482" indent="-222241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&gt;"/>
        <a:defRPr sz="1333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095416" indent="-190492" algn="l" defTabSz="761970" rtl="0" eaLnBrk="1" latinLnBrk="1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1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1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1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>
            <a:extLst>
              <a:ext uri="{FF2B5EF4-FFF2-40B4-BE49-F238E27FC236}">
                <a16:creationId xmlns:a16="http://schemas.microsoft.com/office/drawing/2014/main" id="{DDA83CC9-9F1B-41F2-8C8D-4216643B752A}"/>
              </a:ext>
            </a:extLst>
          </p:cNvPr>
          <p:cNvSpPr>
            <a:spLocks noGrp="1" noChangeAspect="1"/>
          </p:cNvSpPr>
          <p:nvPr>
            <p:ph type="ctrTitle"/>
          </p:nvPr>
        </p:nvSpPr>
        <p:spPr>
          <a:xfrm>
            <a:off x="1379975" y="1537229"/>
            <a:ext cx="6720417" cy="672199"/>
          </a:xfrm>
        </p:spPr>
        <p:txBody>
          <a:bodyPr/>
          <a:lstStyle/>
          <a:p>
            <a:r>
              <a:rPr lang="de-DE" altLang="ko-KR">
                <a:solidFill>
                  <a:srgbClr val="00B1AC"/>
                </a:solidFill>
                <a:latin typeface="Verdana"/>
                <a:ea typeface="굴림"/>
              </a:rPr>
              <a:t>AFT Final </a:t>
            </a:r>
            <a:r>
              <a:rPr lang="en-IN" altLang="ko-KR">
                <a:solidFill>
                  <a:srgbClr val="00B1AC"/>
                </a:solidFill>
                <a:latin typeface="Verdana"/>
                <a:ea typeface="굴림"/>
              </a:rPr>
              <a:t>presentation</a:t>
            </a:r>
            <a:br>
              <a:rPr lang="de-DE" altLang="ko-KR">
                <a:ea typeface="굴림" panose="020B0600000101010101" pitchFamily="50" charset="-127"/>
              </a:rPr>
            </a:br>
            <a:r>
              <a:rPr lang="de-DE" altLang="ko-KR" sz="2400">
                <a:solidFill>
                  <a:srgbClr val="00B1AC"/>
                </a:solidFill>
                <a:latin typeface="Verdana"/>
                <a:ea typeface="굴림"/>
              </a:rPr>
              <a:t>- Group 3.2</a:t>
            </a:r>
            <a:endParaRPr lang="de-DE" altLang="ko-KR">
              <a:ea typeface="굴림" panose="020B0600000101010101" pitchFamily="50" charset="-127"/>
            </a:endParaRPr>
          </a:p>
        </p:txBody>
      </p:sp>
      <p:sp>
        <p:nvSpPr>
          <p:cNvPr id="7171" name="Untertitel 2">
            <a:extLst>
              <a:ext uri="{FF2B5EF4-FFF2-40B4-BE49-F238E27FC236}">
                <a16:creationId xmlns:a16="http://schemas.microsoft.com/office/drawing/2014/main" id="{B5434FF0-7686-46A2-B145-53FA11AF8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48" y="3840428"/>
            <a:ext cx="2450873" cy="1199257"/>
          </a:xfrm>
        </p:spPr>
        <p:txBody>
          <a:bodyPr/>
          <a:lstStyle/>
          <a:p>
            <a:r>
              <a:rPr lang="de-DE" altLang="ko-KR">
                <a:latin typeface="Verdana"/>
                <a:ea typeface="굴림"/>
              </a:rPr>
              <a:t>Final </a:t>
            </a:r>
            <a:r>
              <a:rPr lang="en-IN" altLang="ko-KR">
                <a:latin typeface="Verdana"/>
                <a:ea typeface="굴림"/>
              </a:rPr>
              <a:t>Presentation</a:t>
            </a:r>
            <a:r>
              <a:rPr lang="de-DE" altLang="ko-KR">
                <a:latin typeface="Verdana"/>
                <a:ea typeface="굴림"/>
              </a:rPr>
              <a:t> </a:t>
            </a:r>
            <a:endParaRPr lang="de-DE" altLang="ko-KR">
              <a:ea typeface="굴림" panose="020B0600000101010101" pitchFamily="50" charset="-127"/>
            </a:endParaRPr>
          </a:p>
          <a:p>
            <a:pPr eaLnBrk="1" hangingPunct="1"/>
            <a:r>
              <a:rPr lang="de-DE" altLang="ko-KR">
                <a:latin typeface="Verdana"/>
                <a:ea typeface="굴림"/>
              </a:rPr>
              <a:t>Date: 29.07.21</a:t>
            </a:r>
          </a:p>
          <a:p>
            <a:endParaRPr lang="de-DE" altLang="ko-KR">
              <a:ea typeface="굴림" panose="020B0600000101010101" pitchFamily="50" charset="-127"/>
            </a:endParaRPr>
          </a:p>
          <a:p>
            <a:pPr eaLnBrk="1" hangingPunct="1"/>
            <a:endParaRPr lang="de-DE" altLang="ko-KR">
              <a:ea typeface="굴림" panose="020B0600000101010101" pitchFamily="50" charset="-127"/>
            </a:endParaRPr>
          </a:p>
          <a:p>
            <a:endParaRPr lang="de-DE" altLang="ko-KR">
              <a:ea typeface="굴림" panose="020B0600000101010101" pitchFamily="50" charset="-127"/>
            </a:endParaRPr>
          </a:p>
        </p:txBody>
      </p:sp>
      <p:sp>
        <p:nvSpPr>
          <p:cNvPr id="7172" name="Foliennummernplatzhalter 5">
            <a:extLst>
              <a:ext uri="{FF2B5EF4-FFF2-40B4-BE49-F238E27FC236}">
                <a16:creationId xmlns:a16="http://schemas.microsoft.com/office/drawing/2014/main" id="{FA5347FC-9E20-4D8E-BB24-6EE2C1EE7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5ABF9F-0E48-4C66-A597-9BC28B3A4799}" type="slidenum">
              <a:rPr lang="de-DE" altLang="ko-KR">
                <a:latin typeface="Verdana" panose="020B0604030504040204" pitchFamily="34" charset="0"/>
              </a:rPr>
              <a:pPr eaLnBrk="1" hangingPunct="1"/>
              <a:t>1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7173" name="Fußzeilenplatzhalter 3">
            <a:extLst>
              <a:ext uri="{FF2B5EF4-FFF2-40B4-BE49-F238E27FC236}">
                <a16:creationId xmlns:a16="http://schemas.microsoft.com/office/drawing/2014/main" id="{EE446D5A-C8F7-4CBB-AAD9-02FF4E77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 sz="650">
                <a:latin typeface="Verdana"/>
                <a:ea typeface="굴림"/>
              </a:rPr>
              <a:t>© FH AACHEN</a:t>
            </a:r>
            <a:r>
              <a:rPr lang="de-DE" altLang="ko-KR" sz="650" b="0">
                <a:latin typeface="Verdana"/>
                <a:ea typeface="굴림"/>
              </a:rPr>
              <a:t>  |  FACHBEREICH FB 8  | </a:t>
            </a:r>
            <a:endParaRPr lang="de-DE" altLang="ko-KR" b="0"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4F09C7C-D0DF-48E0-BFBD-91536BF7912E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1379975" y="2833373"/>
            <a:ext cx="6720417" cy="672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80985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667">
                <a:solidFill>
                  <a:schemeClr val="tx1"/>
                </a:solidFill>
                <a:latin typeface="Calibri" pitchFamily="34" charset="0"/>
              </a:defRPr>
            </a:lvl6pPr>
            <a:lvl7pPr marL="76197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667">
                <a:solidFill>
                  <a:schemeClr val="tx1"/>
                </a:solidFill>
                <a:latin typeface="Calibri" pitchFamily="34" charset="0"/>
              </a:defRPr>
            </a:lvl7pPr>
            <a:lvl8pPr marL="1142954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667">
                <a:solidFill>
                  <a:schemeClr val="tx1"/>
                </a:solidFill>
                <a:latin typeface="Calibri" pitchFamily="34" charset="0"/>
              </a:defRPr>
            </a:lvl8pPr>
            <a:lvl9pPr marL="1523939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sz="3667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de-DE" altLang="ko-KR">
                <a:solidFill>
                  <a:srgbClr val="00B1AC"/>
                </a:solidFill>
                <a:ea typeface="굴림" panose="020B0600000101010101" pitchFamily="50" charset="-127"/>
              </a:rPr>
              <a:t>[Motor Block]</a:t>
            </a:r>
            <a:endParaRPr lang="de-DE" altLang="ko-KR">
              <a:ea typeface="굴림" panose="020B0600000101010101" pitchFamily="50" charset="-127"/>
            </a:endParaRPr>
          </a:p>
        </p:txBody>
      </p:sp>
      <p:sp>
        <p:nvSpPr>
          <p:cNvPr id="7" name="Datumsplatzhalter 7">
            <a:extLst>
              <a:ext uri="{FF2B5EF4-FFF2-40B4-BE49-F238E27FC236}">
                <a16:creationId xmlns:a16="http://schemas.microsoft.com/office/drawing/2014/main" id="{D26409E5-BA17-4716-A161-75B684E7140A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1A87B-29E8-4580-882C-E96A0D1902A3}"/>
              </a:ext>
            </a:extLst>
          </p:cNvPr>
          <p:cNvSpPr txBox="1"/>
          <p:nvPr/>
        </p:nvSpPr>
        <p:spPr>
          <a:xfrm>
            <a:off x="4740812" y="3816889"/>
            <a:ext cx="387564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By-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Aadithya Ramamurthy (3304090)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Shubham Pawar (3309153)</a:t>
            </a:r>
            <a:endParaRPr lang="en-US">
              <a:cs typeface="Arial"/>
            </a:endParaRPr>
          </a:p>
          <a:p>
            <a:r>
              <a:rPr lang="en-US" err="1">
                <a:latin typeface="Arial"/>
                <a:cs typeface="Arial"/>
              </a:rPr>
              <a:t>Eungwang</a:t>
            </a:r>
            <a:r>
              <a:rPr lang="en-US">
                <a:latin typeface="Arial"/>
                <a:cs typeface="Arial"/>
              </a:rPr>
              <a:t> Ryu (3261776)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2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solidFill>
                  <a:srgbClr val="01B2AC"/>
                </a:solidFill>
                <a:ea typeface="굴림" panose="020B0600000101010101" pitchFamily="50" charset="-127"/>
              </a:rPr>
              <a:t>Index</a:t>
            </a:r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00000DC1-0AB1-4A68-87B7-10C0956AF6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776670"/>
              </p:ext>
            </p:extLst>
          </p:nvPr>
        </p:nvGraphicFramePr>
        <p:xfrm>
          <a:off x="849859" y="1921396"/>
          <a:ext cx="7344816" cy="2433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6CE68D5-41CD-4755-9CA7-4F921BCAC826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</p:spTree>
    <p:extLst>
      <p:ext uri="{BB962C8B-B14F-4D97-AF65-F5344CB8AC3E}">
        <p14:creationId xmlns:p14="http://schemas.microsoft.com/office/powerpoint/2010/main" val="310743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F299C14-7936-40BA-B8D6-217C67228672}"/>
              </a:ext>
            </a:extLst>
          </p:cNvPr>
          <p:cNvSpPr txBox="1"/>
          <p:nvPr/>
        </p:nvSpPr>
        <p:spPr>
          <a:xfrm>
            <a:off x="323528" y="5089748"/>
            <a:ext cx="5178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70C0"/>
                </a:solidFill>
              </a:rPr>
              <a:t>Q. Until which investment should be taken into account?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E8EC00-6236-43AD-A94B-6844DE4A8FF5}"/>
              </a:ext>
            </a:extLst>
          </p:cNvPr>
          <p:cNvSpPr txBox="1"/>
          <p:nvPr/>
        </p:nvSpPr>
        <p:spPr>
          <a:xfrm>
            <a:off x="6102503" y="5089748"/>
            <a:ext cx="2327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solidFill>
                  <a:srgbClr val="7030A0"/>
                </a:solidFill>
              </a:rPr>
              <a:t>A. Only for the product</a:t>
            </a:r>
          </a:p>
        </p:txBody>
      </p:sp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3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I. Project Abstract</a:t>
            </a:r>
          </a:p>
        </p:txBody>
      </p:sp>
      <p:sp>
        <p:nvSpPr>
          <p:cNvPr id="29" name="Oval 8">
            <a:extLst>
              <a:ext uri="{FF2B5EF4-FFF2-40B4-BE49-F238E27FC236}">
                <a16:creationId xmlns:a16="http://schemas.microsoft.com/office/drawing/2014/main" id="{295D7A8D-3D28-4CB0-9A09-1AEE6A1E3F85}"/>
              </a:ext>
            </a:extLst>
          </p:cNvPr>
          <p:cNvSpPr/>
          <p:nvPr/>
        </p:nvSpPr>
        <p:spPr>
          <a:xfrm>
            <a:off x="3628376" y="3257797"/>
            <a:ext cx="1756399" cy="1756399"/>
          </a:xfrm>
          <a:prstGeom prst="ellipse">
            <a:avLst/>
          </a:prstGeom>
          <a:solidFill>
            <a:srgbClr val="72FE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1B2AC"/>
              </a:highlight>
            </a:endParaRPr>
          </a:p>
        </p:txBody>
      </p:sp>
      <p:sp>
        <p:nvSpPr>
          <p:cNvPr id="30" name="Oval 10">
            <a:extLst>
              <a:ext uri="{FF2B5EF4-FFF2-40B4-BE49-F238E27FC236}">
                <a16:creationId xmlns:a16="http://schemas.microsoft.com/office/drawing/2014/main" id="{28930327-1DB9-4680-B2C1-7ED4DF9BD69D}"/>
              </a:ext>
            </a:extLst>
          </p:cNvPr>
          <p:cNvSpPr/>
          <p:nvPr/>
        </p:nvSpPr>
        <p:spPr>
          <a:xfrm>
            <a:off x="3264071" y="4051191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11">
            <a:extLst>
              <a:ext uri="{FF2B5EF4-FFF2-40B4-BE49-F238E27FC236}">
                <a16:creationId xmlns:a16="http://schemas.microsoft.com/office/drawing/2014/main" id="{E8854780-DF7D-4E26-9B39-D219F8649FC6}"/>
              </a:ext>
            </a:extLst>
          </p:cNvPr>
          <p:cNvSpPr/>
          <p:nvPr/>
        </p:nvSpPr>
        <p:spPr>
          <a:xfrm>
            <a:off x="5551849" y="4064980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12">
            <a:extLst>
              <a:ext uri="{FF2B5EF4-FFF2-40B4-BE49-F238E27FC236}">
                <a16:creationId xmlns:a16="http://schemas.microsoft.com/office/drawing/2014/main" id="{419BB39F-802E-48BF-8CAD-8992131BFBAD}"/>
              </a:ext>
            </a:extLst>
          </p:cNvPr>
          <p:cNvSpPr/>
          <p:nvPr/>
        </p:nvSpPr>
        <p:spPr>
          <a:xfrm>
            <a:off x="5253665" y="3252930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13">
            <a:extLst>
              <a:ext uri="{FF2B5EF4-FFF2-40B4-BE49-F238E27FC236}">
                <a16:creationId xmlns:a16="http://schemas.microsoft.com/office/drawing/2014/main" id="{2A8B03C7-3DFD-4E45-A2D9-55AFB12C8C66}"/>
              </a:ext>
            </a:extLst>
          </p:cNvPr>
          <p:cNvSpPr/>
          <p:nvPr/>
        </p:nvSpPr>
        <p:spPr>
          <a:xfrm>
            <a:off x="3566829" y="3231671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14">
            <a:extLst>
              <a:ext uri="{FF2B5EF4-FFF2-40B4-BE49-F238E27FC236}">
                <a16:creationId xmlns:a16="http://schemas.microsoft.com/office/drawing/2014/main" id="{38269A6B-53A7-4272-8DD5-18EBE0BE340F}"/>
              </a:ext>
            </a:extLst>
          </p:cNvPr>
          <p:cNvSpPr/>
          <p:nvPr/>
        </p:nvSpPr>
        <p:spPr>
          <a:xfrm>
            <a:off x="4400307" y="2856251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73338220-120A-421A-8A91-A7158FB87D65}"/>
              </a:ext>
            </a:extLst>
          </p:cNvPr>
          <p:cNvSpPr/>
          <p:nvPr/>
        </p:nvSpPr>
        <p:spPr>
          <a:xfrm>
            <a:off x="1880896" y="3825995"/>
            <a:ext cx="611387" cy="611387"/>
          </a:xfrm>
          <a:prstGeom prst="ellipse">
            <a:avLst/>
          </a:prstGeom>
          <a:solidFill>
            <a:schemeClr val="bg1"/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17">
            <a:extLst>
              <a:ext uri="{FF2B5EF4-FFF2-40B4-BE49-F238E27FC236}">
                <a16:creationId xmlns:a16="http://schemas.microsoft.com/office/drawing/2014/main" id="{3CCC1DEE-0649-48FA-8BD0-2F502741F813}"/>
              </a:ext>
            </a:extLst>
          </p:cNvPr>
          <p:cNvSpPr/>
          <p:nvPr/>
        </p:nvSpPr>
        <p:spPr>
          <a:xfrm>
            <a:off x="2378851" y="2450669"/>
            <a:ext cx="611387" cy="611387"/>
          </a:xfrm>
          <a:prstGeom prst="ellipse">
            <a:avLst/>
          </a:prstGeom>
          <a:solidFill>
            <a:schemeClr val="bg1"/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A157AF77-99A3-4A5E-8C96-3CA5510EEFE5}"/>
              </a:ext>
            </a:extLst>
          </p:cNvPr>
          <p:cNvSpPr/>
          <p:nvPr/>
        </p:nvSpPr>
        <p:spPr>
          <a:xfrm>
            <a:off x="6532866" y="3839784"/>
            <a:ext cx="611387" cy="611387"/>
          </a:xfrm>
          <a:prstGeom prst="ellipse">
            <a:avLst/>
          </a:prstGeom>
          <a:solidFill>
            <a:schemeClr val="bg1"/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19">
            <a:extLst>
              <a:ext uri="{FF2B5EF4-FFF2-40B4-BE49-F238E27FC236}">
                <a16:creationId xmlns:a16="http://schemas.microsoft.com/office/drawing/2014/main" id="{32BF45F4-A26B-47C4-9359-FA109CA92DD2}"/>
              </a:ext>
            </a:extLst>
          </p:cNvPr>
          <p:cNvSpPr/>
          <p:nvPr/>
        </p:nvSpPr>
        <p:spPr>
          <a:xfrm>
            <a:off x="6004295" y="2471928"/>
            <a:ext cx="611387" cy="611387"/>
          </a:xfrm>
          <a:prstGeom prst="ellipse">
            <a:avLst/>
          </a:prstGeom>
          <a:solidFill>
            <a:schemeClr val="bg1"/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20">
            <a:extLst>
              <a:ext uri="{FF2B5EF4-FFF2-40B4-BE49-F238E27FC236}">
                <a16:creationId xmlns:a16="http://schemas.microsoft.com/office/drawing/2014/main" id="{403F92BC-6A65-47D9-8DA1-4966B644AC28}"/>
              </a:ext>
            </a:extLst>
          </p:cNvPr>
          <p:cNvSpPr/>
          <p:nvPr/>
        </p:nvSpPr>
        <p:spPr>
          <a:xfrm>
            <a:off x="4180918" y="1849563"/>
            <a:ext cx="611387" cy="611387"/>
          </a:xfrm>
          <a:prstGeom prst="ellipse">
            <a:avLst/>
          </a:prstGeom>
          <a:solidFill>
            <a:schemeClr val="bg1"/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26">
            <a:extLst>
              <a:ext uri="{FF2B5EF4-FFF2-40B4-BE49-F238E27FC236}">
                <a16:creationId xmlns:a16="http://schemas.microsoft.com/office/drawing/2014/main" id="{2447CD4E-EE2C-4765-8E28-DA616153D4DC}"/>
              </a:ext>
            </a:extLst>
          </p:cNvPr>
          <p:cNvSpPr/>
          <p:nvPr/>
        </p:nvSpPr>
        <p:spPr>
          <a:xfrm>
            <a:off x="1956917" y="3902016"/>
            <a:ext cx="459344" cy="4593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27">
            <a:extLst>
              <a:ext uri="{FF2B5EF4-FFF2-40B4-BE49-F238E27FC236}">
                <a16:creationId xmlns:a16="http://schemas.microsoft.com/office/drawing/2014/main" id="{255B2FC2-BCA0-42EB-9DD1-64C5748F3853}"/>
              </a:ext>
            </a:extLst>
          </p:cNvPr>
          <p:cNvSpPr/>
          <p:nvPr/>
        </p:nvSpPr>
        <p:spPr>
          <a:xfrm>
            <a:off x="2454872" y="2526690"/>
            <a:ext cx="459344" cy="4593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28">
            <a:extLst>
              <a:ext uri="{FF2B5EF4-FFF2-40B4-BE49-F238E27FC236}">
                <a16:creationId xmlns:a16="http://schemas.microsoft.com/office/drawing/2014/main" id="{991DCD83-6349-4CC9-BF01-AA3BC89C56DD}"/>
              </a:ext>
            </a:extLst>
          </p:cNvPr>
          <p:cNvSpPr/>
          <p:nvPr/>
        </p:nvSpPr>
        <p:spPr>
          <a:xfrm>
            <a:off x="6608887" y="3915805"/>
            <a:ext cx="459344" cy="4593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29">
            <a:extLst>
              <a:ext uri="{FF2B5EF4-FFF2-40B4-BE49-F238E27FC236}">
                <a16:creationId xmlns:a16="http://schemas.microsoft.com/office/drawing/2014/main" id="{D493D66B-ABD8-44B1-9409-4B947D119362}"/>
              </a:ext>
            </a:extLst>
          </p:cNvPr>
          <p:cNvSpPr/>
          <p:nvPr/>
        </p:nvSpPr>
        <p:spPr>
          <a:xfrm>
            <a:off x="6080316" y="2547949"/>
            <a:ext cx="459344" cy="4593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30">
            <a:extLst>
              <a:ext uri="{FF2B5EF4-FFF2-40B4-BE49-F238E27FC236}">
                <a16:creationId xmlns:a16="http://schemas.microsoft.com/office/drawing/2014/main" id="{4C2CC525-17AC-4F70-96ED-436C39576F18}"/>
              </a:ext>
            </a:extLst>
          </p:cNvPr>
          <p:cNvSpPr/>
          <p:nvPr/>
        </p:nvSpPr>
        <p:spPr>
          <a:xfrm>
            <a:off x="4256939" y="1925584"/>
            <a:ext cx="459344" cy="459344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34">
            <a:extLst>
              <a:ext uri="{FF2B5EF4-FFF2-40B4-BE49-F238E27FC236}">
                <a16:creationId xmlns:a16="http://schemas.microsoft.com/office/drawing/2014/main" id="{CA66FB1F-5792-4E30-8D8D-97166487F1DD}"/>
              </a:ext>
            </a:extLst>
          </p:cNvPr>
          <p:cNvCxnSpPr>
            <a:cxnSpLocks/>
          </p:cNvCxnSpPr>
          <p:nvPr/>
        </p:nvCxnSpPr>
        <p:spPr>
          <a:xfrm>
            <a:off x="2496381" y="4131688"/>
            <a:ext cx="806450" cy="0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37">
            <a:extLst>
              <a:ext uri="{FF2B5EF4-FFF2-40B4-BE49-F238E27FC236}">
                <a16:creationId xmlns:a16="http://schemas.microsoft.com/office/drawing/2014/main" id="{A96CFC1F-E7CE-4C30-B476-436CB2BA1A1D}"/>
              </a:ext>
            </a:extLst>
          </p:cNvPr>
          <p:cNvCxnSpPr>
            <a:cxnSpLocks/>
          </p:cNvCxnSpPr>
          <p:nvPr/>
        </p:nvCxnSpPr>
        <p:spPr>
          <a:xfrm>
            <a:off x="5645219" y="4145477"/>
            <a:ext cx="887095" cy="0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9">
            <a:extLst>
              <a:ext uri="{FF2B5EF4-FFF2-40B4-BE49-F238E27FC236}">
                <a16:creationId xmlns:a16="http://schemas.microsoft.com/office/drawing/2014/main" id="{79DE0A5F-72D7-4791-A921-EB2EEAEA356B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2934235" y="2939865"/>
            <a:ext cx="656171" cy="315383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3">
            <a:extLst>
              <a:ext uri="{FF2B5EF4-FFF2-40B4-BE49-F238E27FC236}">
                <a16:creationId xmlns:a16="http://schemas.microsoft.com/office/drawing/2014/main" id="{D0569EB2-9FBE-487B-BA7F-4CDAB74AC12D}"/>
              </a:ext>
            </a:extLst>
          </p:cNvPr>
          <p:cNvCxnSpPr>
            <a:cxnSpLocks/>
          </p:cNvCxnSpPr>
          <p:nvPr/>
        </p:nvCxnSpPr>
        <p:spPr>
          <a:xfrm flipH="1">
            <a:off x="5404128" y="2961124"/>
            <a:ext cx="656171" cy="315383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5">
            <a:extLst>
              <a:ext uri="{FF2B5EF4-FFF2-40B4-BE49-F238E27FC236}">
                <a16:creationId xmlns:a16="http://schemas.microsoft.com/office/drawing/2014/main" id="{823BD8EB-BCB8-45D7-86AF-DBA5A277558D}"/>
              </a:ext>
            </a:extLst>
          </p:cNvPr>
          <p:cNvCxnSpPr>
            <a:cxnSpLocks/>
          </p:cNvCxnSpPr>
          <p:nvPr/>
        </p:nvCxnSpPr>
        <p:spPr>
          <a:xfrm>
            <a:off x="4486612" y="2455693"/>
            <a:ext cx="0" cy="457197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5">
            <a:extLst>
              <a:ext uri="{FF2B5EF4-FFF2-40B4-BE49-F238E27FC236}">
                <a16:creationId xmlns:a16="http://schemas.microsoft.com/office/drawing/2014/main" id="{93552686-8C8F-4557-A61C-B9C5ADD60327}"/>
              </a:ext>
            </a:extLst>
          </p:cNvPr>
          <p:cNvGrpSpPr/>
          <p:nvPr/>
        </p:nvGrpSpPr>
        <p:grpSpPr>
          <a:xfrm>
            <a:off x="2102376" y="4024329"/>
            <a:ext cx="168427" cy="214719"/>
            <a:chOff x="4876801" y="2562226"/>
            <a:chExt cx="271463" cy="346075"/>
          </a:xfrm>
        </p:grpSpPr>
        <p:sp>
          <p:nvSpPr>
            <p:cNvPr id="68" name="Freeform 194">
              <a:extLst>
                <a:ext uri="{FF2B5EF4-FFF2-40B4-BE49-F238E27FC236}">
                  <a16:creationId xmlns:a16="http://schemas.microsoft.com/office/drawing/2014/main" id="{0753B9C7-6D7B-4095-BE33-E70CFD70C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6801" y="2592388"/>
              <a:ext cx="271463" cy="315913"/>
            </a:xfrm>
            <a:custGeom>
              <a:avLst/>
              <a:gdLst>
                <a:gd name="T0" fmla="*/ 152 w 171"/>
                <a:gd name="T1" fmla="*/ 0 h 199"/>
                <a:gd name="T2" fmla="*/ 171 w 171"/>
                <a:gd name="T3" fmla="*/ 0 h 199"/>
                <a:gd name="T4" fmla="*/ 171 w 171"/>
                <a:gd name="T5" fmla="*/ 199 h 199"/>
                <a:gd name="T6" fmla="*/ 0 w 171"/>
                <a:gd name="T7" fmla="*/ 199 h 199"/>
                <a:gd name="T8" fmla="*/ 0 w 171"/>
                <a:gd name="T9" fmla="*/ 0 h 199"/>
                <a:gd name="T10" fmla="*/ 19 w 171"/>
                <a:gd name="T1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1" h="199">
                  <a:moveTo>
                    <a:pt x="152" y="0"/>
                  </a:moveTo>
                  <a:lnTo>
                    <a:pt x="171" y="0"/>
                  </a:lnTo>
                  <a:lnTo>
                    <a:pt x="171" y="199"/>
                  </a:lnTo>
                  <a:lnTo>
                    <a:pt x="0" y="199"/>
                  </a:lnTo>
                  <a:lnTo>
                    <a:pt x="0" y="0"/>
                  </a:lnTo>
                  <a:lnTo>
                    <a:pt x="19" y="0"/>
                  </a:lnTo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9" name="Freeform 195">
              <a:extLst>
                <a:ext uri="{FF2B5EF4-FFF2-40B4-BE49-F238E27FC236}">
                  <a16:creationId xmlns:a16="http://schemas.microsoft.com/office/drawing/2014/main" id="{4037EB24-ABFC-41AF-A994-C98EC3FA4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126" y="2562226"/>
              <a:ext cx="150813" cy="74613"/>
            </a:xfrm>
            <a:custGeom>
              <a:avLst/>
              <a:gdLst>
                <a:gd name="T0" fmla="*/ 28 w 40"/>
                <a:gd name="T1" fmla="*/ 8 h 20"/>
                <a:gd name="T2" fmla="*/ 20 w 40"/>
                <a:gd name="T3" fmla="*/ 0 h 20"/>
                <a:gd name="T4" fmla="*/ 12 w 40"/>
                <a:gd name="T5" fmla="*/ 8 h 20"/>
                <a:gd name="T6" fmla="*/ 0 w 40"/>
                <a:gd name="T7" fmla="*/ 8 h 20"/>
                <a:gd name="T8" fmla="*/ 0 w 40"/>
                <a:gd name="T9" fmla="*/ 20 h 20"/>
                <a:gd name="T10" fmla="*/ 40 w 40"/>
                <a:gd name="T11" fmla="*/ 20 h 20"/>
                <a:gd name="T12" fmla="*/ 40 w 40"/>
                <a:gd name="T13" fmla="*/ 8 h 20"/>
                <a:gd name="T14" fmla="*/ 28 w 40"/>
                <a:gd name="T15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20">
                  <a:moveTo>
                    <a:pt x="28" y="8"/>
                  </a:moveTo>
                  <a:cubicBezTo>
                    <a:pt x="28" y="4"/>
                    <a:pt x="24" y="0"/>
                    <a:pt x="20" y="0"/>
                  </a:cubicBezTo>
                  <a:cubicBezTo>
                    <a:pt x="16" y="0"/>
                    <a:pt x="12" y="4"/>
                    <a:pt x="1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8"/>
                    <a:pt x="40" y="8"/>
                    <a:pt x="40" y="8"/>
                  </a:cubicBezTo>
                  <a:lnTo>
                    <a:pt x="28" y="8"/>
                  </a:lnTo>
                  <a:close/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0" name="Freeform 196">
              <a:extLst>
                <a:ext uri="{FF2B5EF4-FFF2-40B4-BE49-F238E27FC236}">
                  <a16:creationId xmlns:a16="http://schemas.microsoft.com/office/drawing/2014/main" id="{647647F1-8EFB-4F23-8389-E52A4D06D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963" y="2622551"/>
              <a:ext cx="211138" cy="255588"/>
            </a:xfrm>
            <a:custGeom>
              <a:avLst/>
              <a:gdLst>
                <a:gd name="T0" fmla="*/ 19 w 133"/>
                <a:gd name="T1" fmla="*/ 0 h 161"/>
                <a:gd name="T2" fmla="*/ 0 w 133"/>
                <a:gd name="T3" fmla="*/ 0 h 161"/>
                <a:gd name="T4" fmla="*/ 0 w 133"/>
                <a:gd name="T5" fmla="*/ 161 h 161"/>
                <a:gd name="T6" fmla="*/ 133 w 133"/>
                <a:gd name="T7" fmla="*/ 161 h 161"/>
                <a:gd name="T8" fmla="*/ 133 w 133"/>
                <a:gd name="T9" fmla="*/ 0 h 161"/>
                <a:gd name="T10" fmla="*/ 114 w 133"/>
                <a:gd name="T11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" h="161">
                  <a:moveTo>
                    <a:pt x="19" y="0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133" y="161"/>
                  </a:lnTo>
                  <a:lnTo>
                    <a:pt x="133" y="0"/>
                  </a:lnTo>
                  <a:lnTo>
                    <a:pt x="114" y="0"/>
                  </a:lnTo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1" name="Line 197">
              <a:extLst>
                <a:ext uri="{FF2B5EF4-FFF2-40B4-BE49-F238E27FC236}">
                  <a16:creationId xmlns:a16="http://schemas.microsoft.com/office/drawing/2014/main" id="{228E9370-5234-4AD8-8C9A-F86318267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1" y="2801938"/>
              <a:ext cx="119063" cy="0"/>
            </a:xfrm>
            <a:prstGeom prst="line">
              <a:avLst/>
            </a:pr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2" name="Line 198">
              <a:extLst>
                <a:ext uri="{FF2B5EF4-FFF2-40B4-BE49-F238E27FC236}">
                  <a16:creationId xmlns:a16="http://schemas.microsoft.com/office/drawing/2014/main" id="{FEC6FC3E-9C6A-4516-87F1-FCED0A778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1" y="2832101"/>
              <a:ext cx="119063" cy="0"/>
            </a:xfrm>
            <a:prstGeom prst="line">
              <a:avLst/>
            </a:pr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3" name="Freeform 199">
              <a:extLst>
                <a:ext uri="{FF2B5EF4-FFF2-40B4-BE49-F238E27FC236}">
                  <a16:creationId xmlns:a16="http://schemas.microsoft.com/office/drawing/2014/main" id="{9F7CB918-38BA-479B-9382-4487D2526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2667001"/>
              <a:ext cx="90488" cy="90488"/>
            </a:xfrm>
            <a:custGeom>
              <a:avLst/>
              <a:gdLst>
                <a:gd name="T0" fmla="*/ 57 w 57"/>
                <a:gd name="T1" fmla="*/ 19 h 57"/>
                <a:gd name="T2" fmla="*/ 38 w 57"/>
                <a:gd name="T3" fmla="*/ 19 h 57"/>
                <a:gd name="T4" fmla="*/ 38 w 57"/>
                <a:gd name="T5" fmla="*/ 0 h 57"/>
                <a:gd name="T6" fmla="*/ 19 w 57"/>
                <a:gd name="T7" fmla="*/ 0 h 57"/>
                <a:gd name="T8" fmla="*/ 19 w 57"/>
                <a:gd name="T9" fmla="*/ 19 h 57"/>
                <a:gd name="T10" fmla="*/ 0 w 57"/>
                <a:gd name="T11" fmla="*/ 19 h 57"/>
                <a:gd name="T12" fmla="*/ 0 w 57"/>
                <a:gd name="T13" fmla="*/ 38 h 57"/>
                <a:gd name="T14" fmla="*/ 19 w 57"/>
                <a:gd name="T15" fmla="*/ 38 h 57"/>
                <a:gd name="T16" fmla="*/ 19 w 57"/>
                <a:gd name="T17" fmla="*/ 57 h 57"/>
                <a:gd name="T18" fmla="*/ 38 w 57"/>
                <a:gd name="T19" fmla="*/ 57 h 57"/>
                <a:gd name="T20" fmla="*/ 38 w 57"/>
                <a:gd name="T21" fmla="*/ 38 h 57"/>
                <a:gd name="T22" fmla="*/ 57 w 57"/>
                <a:gd name="T23" fmla="*/ 38 h 57"/>
                <a:gd name="T24" fmla="*/ 57 w 57"/>
                <a:gd name="T25" fmla="*/ 1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57">
                  <a:moveTo>
                    <a:pt x="57" y="19"/>
                  </a:moveTo>
                  <a:lnTo>
                    <a:pt x="38" y="19"/>
                  </a:lnTo>
                  <a:lnTo>
                    <a:pt x="38" y="0"/>
                  </a:lnTo>
                  <a:lnTo>
                    <a:pt x="19" y="0"/>
                  </a:lnTo>
                  <a:lnTo>
                    <a:pt x="19" y="19"/>
                  </a:lnTo>
                  <a:lnTo>
                    <a:pt x="0" y="19"/>
                  </a:lnTo>
                  <a:lnTo>
                    <a:pt x="0" y="38"/>
                  </a:lnTo>
                  <a:lnTo>
                    <a:pt x="19" y="38"/>
                  </a:lnTo>
                  <a:lnTo>
                    <a:pt x="19" y="57"/>
                  </a:lnTo>
                  <a:lnTo>
                    <a:pt x="38" y="57"/>
                  </a:lnTo>
                  <a:lnTo>
                    <a:pt x="38" y="38"/>
                  </a:lnTo>
                  <a:lnTo>
                    <a:pt x="57" y="38"/>
                  </a:lnTo>
                  <a:lnTo>
                    <a:pt x="57" y="19"/>
                  </a:lnTo>
                  <a:close/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4EEF42F5-C64C-47EE-A1E9-7938070EFCE3}"/>
              </a:ext>
            </a:extLst>
          </p:cNvPr>
          <p:cNvSpPr txBox="1"/>
          <p:nvPr/>
        </p:nvSpPr>
        <p:spPr>
          <a:xfrm>
            <a:off x="1738457" y="352913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</a:rPr>
              <a:t>Analyze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6BD298F-48E3-4C1F-A161-4FE4C4D0A0BF}"/>
              </a:ext>
            </a:extLst>
          </p:cNvPr>
          <p:cNvSpPr txBox="1"/>
          <p:nvPr/>
        </p:nvSpPr>
        <p:spPr>
          <a:xfrm>
            <a:off x="2515476" y="25807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817D"/>
                </a:solidFill>
              </a:rPr>
              <a:t>€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AA6609E-4735-4970-9788-2AC02ED5F6C4}"/>
              </a:ext>
            </a:extLst>
          </p:cNvPr>
          <p:cNvSpPr txBox="1"/>
          <p:nvPr/>
        </p:nvSpPr>
        <p:spPr>
          <a:xfrm>
            <a:off x="2368801" y="2153304"/>
            <a:ext cx="606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</a:rPr>
              <a:t>Cost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1EA64A2-738A-4022-9896-63CE2A6BC4E5}"/>
              </a:ext>
            </a:extLst>
          </p:cNvPr>
          <p:cNvSpPr txBox="1"/>
          <p:nvPr/>
        </p:nvSpPr>
        <p:spPr>
          <a:xfrm>
            <a:off x="3836238" y="1517288"/>
            <a:ext cx="1289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</a:rPr>
              <a:t>Comparison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5CA60CF-5212-408C-AEEA-FDE972FFAF03}"/>
              </a:ext>
            </a:extLst>
          </p:cNvPr>
          <p:cNvSpPr txBox="1"/>
          <p:nvPr/>
        </p:nvSpPr>
        <p:spPr>
          <a:xfrm>
            <a:off x="4325152" y="196329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817D"/>
                </a:solidFill>
              </a:rPr>
              <a:t>≠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BB493E7-96C5-4B11-A837-00B8D87CAE70}"/>
              </a:ext>
            </a:extLst>
          </p:cNvPr>
          <p:cNvSpPr txBox="1"/>
          <p:nvPr/>
        </p:nvSpPr>
        <p:spPr>
          <a:xfrm>
            <a:off x="6102503" y="25807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817D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☎</a:t>
            </a:r>
            <a:endParaRPr lang="ko-KR" altLang="en-US">
              <a:solidFill>
                <a:srgbClr val="00817D"/>
              </a:solidFill>
            </a:endParaRPr>
          </a:p>
        </p:txBody>
      </p:sp>
      <p:grpSp>
        <p:nvGrpSpPr>
          <p:cNvPr id="133" name="Group 65">
            <a:extLst>
              <a:ext uri="{FF2B5EF4-FFF2-40B4-BE49-F238E27FC236}">
                <a16:creationId xmlns:a16="http://schemas.microsoft.com/office/drawing/2014/main" id="{C2EF22F3-4DC2-459E-AA33-29F92624653F}"/>
              </a:ext>
            </a:extLst>
          </p:cNvPr>
          <p:cNvGrpSpPr/>
          <p:nvPr/>
        </p:nvGrpSpPr>
        <p:grpSpPr>
          <a:xfrm>
            <a:off x="6754345" y="4027771"/>
            <a:ext cx="168427" cy="214719"/>
            <a:chOff x="4876801" y="2562226"/>
            <a:chExt cx="271463" cy="346075"/>
          </a:xfrm>
        </p:grpSpPr>
        <p:sp>
          <p:nvSpPr>
            <p:cNvPr id="134" name="Freeform 194">
              <a:extLst>
                <a:ext uri="{FF2B5EF4-FFF2-40B4-BE49-F238E27FC236}">
                  <a16:creationId xmlns:a16="http://schemas.microsoft.com/office/drawing/2014/main" id="{018FF5B6-5D3C-447A-AC15-70612AD82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6801" y="2592388"/>
              <a:ext cx="271463" cy="315913"/>
            </a:xfrm>
            <a:custGeom>
              <a:avLst/>
              <a:gdLst>
                <a:gd name="T0" fmla="*/ 152 w 171"/>
                <a:gd name="T1" fmla="*/ 0 h 199"/>
                <a:gd name="T2" fmla="*/ 171 w 171"/>
                <a:gd name="T3" fmla="*/ 0 h 199"/>
                <a:gd name="T4" fmla="*/ 171 w 171"/>
                <a:gd name="T5" fmla="*/ 199 h 199"/>
                <a:gd name="T6" fmla="*/ 0 w 171"/>
                <a:gd name="T7" fmla="*/ 199 h 199"/>
                <a:gd name="T8" fmla="*/ 0 w 171"/>
                <a:gd name="T9" fmla="*/ 0 h 199"/>
                <a:gd name="T10" fmla="*/ 19 w 171"/>
                <a:gd name="T1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1" h="199">
                  <a:moveTo>
                    <a:pt x="152" y="0"/>
                  </a:moveTo>
                  <a:lnTo>
                    <a:pt x="171" y="0"/>
                  </a:lnTo>
                  <a:lnTo>
                    <a:pt x="171" y="199"/>
                  </a:lnTo>
                  <a:lnTo>
                    <a:pt x="0" y="199"/>
                  </a:lnTo>
                  <a:lnTo>
                    <a:pt x="0" y="0"/>
                  </a:lnTo>
                  <a:lnTo>
                    <a:pt x="19" y="0"/>
                  </a:lnTo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5" name="Freeform 195">
              <a:extLst>
                <a:ext uri="{FF2B5EF4-FFF2-40B4-BE49-F238E27FC236}">
                  <a16:creationId xmlns:a16="http://schemas.microsoft.com/office/drawing/2014/main" id="{72A4317D-A70A-4FE6-B6EC-E24D94CCA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126" y="2562226"/>
              <a:ext cx="150813" cy="74613"/>
            </a:xfrm>
            <a:custGeom>
              <a:avLst/>
              <a:gdLst>
                <a:gd name="T0" fmla="*/ 28 w 40"/>
                <a:gd name="T1" fmla="*/ 8 h 20"/>
                <a:gd name="T2" fmla="*/ 20 w 40"/>
                <a:gd name="T3" fmla="*/ 0 h 20"/>
                <a:gd name="T4" fmla="*/ 12 w 40"/>
                <a:gd name="T5" fmla="*/ 8 h 20"/>
                <a:gd name="T6" fmla="*/ 0 w 40"/>
                <a:gd name="T7" fmla="*/ 8 h 20"/>
                <a:gd name="T8" fmla="*/ 0 w 40"/>
                <a:gd name="T9" fmla="*/ 20 h 20"/>
                <a:gd name="T10" fmla="*/ 40 w 40"/>
                <a:gd name="T11" fmla="*/ 20 h 20"/>
                <a:gd name="T12" fmla="*/ 40 w 40"/>
                <a:gd name="T13" fmla="*/ 8 h 20"/>
                <a:gd name="T14" fmla="*/ 28 w 40"/>
                <a:gd name="T15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20">
                  <a:moveTo>
                    <a:pt x="28" y="8"/>
                  </a:moveTo>
                  <a:cubicBezTo>
                    <a:pt x="28" y="4"/>
                    <a:pt x="24" y="0"/>
                    <a:pt x="20" y="0"/>
                  </a:cubicBezTo>
                  <a:cubicBezTo>
                    <a:pt x="16" y="0"/>
                    <a:pt x="12" y="4"/>
                    <a:pt x="12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8"/>
                    <a:pt x="40" y="8"/>
                    <a:pt x="40" y="8"/>
                  </a:cubicBezTo>
                  <a:lnTo>
                    <a:pt x="28" y="8"/>
                  </a:lnTo>
                  <a:close/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6" name="Freeform 196">
              <a:extLst>
                <a:ext uri="{FF2B5EF4-FFF2-40B4-BE49-F238E27FC236}">
                  <a16:creationId xmlns:a16="http://schemas.microsoft.com/office/drawing/2014/main" id="{C4E4C38F-F53B-4A14-BE31-53F200ABE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963" y="2622551"/>
              <a:ext cx="211138" cy="255588"/>
            </a:xfrm>
            <a:custGeom>
              <a:avLst/>
              <a:gdLst>
                <a:gd name="T0" fmla="*/ 19 w 133"/>
                <a:gd name="T1" fmla="*/ 0 h 161"/>
                <a:gd name="T2" fmla="*/ 0 w 133"/>
                <a:gd name="T3" fmla="*/ 0 h 161"/>
                <a:gd name="T4" fmla="*/ 0 w 133"/>
                <a:gd name="T5" fmla="*/ 161 h 161"/>
                <a:gd name="T6" fmla="*/ 133 w 133"/>
                <a:gd name="T7" fmla="*/ 161 h 161"/>
                <a:gd name="T8" fmla="*/ 133 w 133"/>
                <a:gd name="T9" fmla="*/ 0 h 161"/>
                <a:gd name="T10" fmla="*/ 114 w 133"/>
                <a:gd name="T11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3" h="161">
                  <a:moveTo>
                    <a:pt x="19" y="0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133" y="161"/>
                  </a:lnTo>
                  <a:lnTo>
                    <a:pt x="133" y="0"/>
                  </a:lnTo>
                  <a:lnTo>
                    <a:pt x="114" y="0"/>
                  </a:lnTo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7" name="Line 197">
              <a:extLst>
                <a:ext uri="{FF2B5EF4-FFF2-40B4-BE49-F238E27FC236}">
                  <a16:creationId xmlns:a16="http://schemas.microsoft.com/office/drawing/2014/main" id="{FC443848-2F2B-49FA-BDF8-259F94C68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1" y="2801938"/>
              <a:ext cx="119063" cy="0"/>
            </a:xfrm>
            <a:prstGeom prst="line">
              <a:avLst/>
            </a:pr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8" name="Line 198">
              <a:extLst>
                <a:ext uri="{FF2B5EF4-FFF2-40B4-BE49-F238E27FC236}">
                  <a16:creationId xmlns:a16="http://schemas.microsoft.com/office/drawing/2014/main" id="{C5C9DCBB-6888-4F58-BD6A-D9C4D198F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1" y="2832101"/>
              <a:ext cx="119063" cy="0"/>
            </a:xfrm>
            <a:prstGeom prst="line">
              <a:avLst/>
            </a:pr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9" name="Freeform 199">
              <a:extLst>
                <a:ext uri="{FF2B5EF4-FFF2-40B4-BE49-F238E27FC236}">
                  <a16:creationId xmlns:a16="http://schemas.microsoft.com/office/drawing/2014/main" id="{6270F875-4185-4196-BBAD-672D5378F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2667001"/>
              <a:ext cx="90488" cy="90488"/>
            </a:xfrm>
            <a:custGeom>
              <a:avLst/>
              <a:gdLst>
                <a:gd name="T0" fmla="*/ 57 w 57"/>
                <a:gd name="T1" fmla="*/ 19 h 57"/>
                <a:gd name="T2" fmla="*/ 38 w 57"/>
                <a:gd name="T3" fmla="*/ 19 h 57"/>
                <a:gd name="T4" fmla="*/ 38 w 57"/>
                <a:gd name="T5" fmla="*/ 0 h 57"/>
                <a:gd name="T6" fmla="*/ 19 w 57"/>
                <a:gd name="T7" fmla="*/ 0 h 57"/>
                <a:gd name="T8" fmla="*/ 19 w 57"/>
                <a:gd name="T9" fmla="*/ 19 h 57"/>
                <a:gd name="T10" fmla="*/ 0 w 57"/>
                <a:gd name="T11" fmla="*/ 19 h 57"/>
                <a:gd name="T12" fmla="*/ 0 w 57"/>
                <a:gd name="T13" fmla="*/ 38 h 57"/>
                <a:gd name="T14" fmla="*/ 19 w 57"/>
                <a:gd name="T15" fmla="*/ 38 h 57"/>
                <a:gd name="T16" fmla="*/ 19 w 57"/>
                <a:gd name="T17" fmla="*/ 57 h 57"/>
                <a:gd name="T18" fmla="*/ 38 w 57"/>
                <a:gd name="T19" fmla="*/ 57 h 57"/>
                <a:gd name="T20" fmla="*/ 38 w 57"/>
                <a:gd name="T21" fmla="*/ 38 h 57"/>
                <a:gd name="T22" fmla="*/ 57 w 57"/>
                <a:gd name="T23" fmla="*/ 38 h 57"/>
                <a:gd name="T24" fmla="*/ 57 w 57"/>
                <a:gd name="T25" fmla="*/ 1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57">
                  <a:moveTo>
                    <a:pt x="57" y="19"/>
                  </a:moveTo>
                  <a:lnTo>
                    <a:pt x="38" y="19"/>
                  </a:lnTo>
                  <a:lnTo>
                    <a:pt x="38" y="0"/>
                  </a:lnTo>
                  <a:lnTo>
                    <a:pt x="19" y="0"/>
                  </a:lnTo>
                  <a:lnTo>
                    <a:pt x="19" y="19"/>
                  </a:lnTo>
                  <a:lnTo>
                    <a:pt x="0" y="19"/>
                  </a:lnTo>
                  <a:lnTo>
                    <a:pt x="0" y="38"/>
                  </a:lnTo>
                  <a:lnTo>
                    <a:pt x="19" y="38"/>
                  </a:lnTo>
                  <a:lnTo>
                    <a:pt x="19" y="57"/>
                  </a:lnTo>
                  <a:lnTo>
                    <a:pt x="38" y="57"/>
                  </a:lnTo>
                  <a:lnTo>
                    <a:pt x="38" y="38"/>
                  </a:lnTo>
                  <a:lnTo>
                    <a:pt x="57" y="38"/>
                  </a:lnTo>
                  <a:lnTo>
                    <a:pt x="57" y="19"/>
                  </a:lnTo>
                  <a:close/>
                </a:path>
              </a:pathLst>
            </a:custGeom>
            <a:noFill/>
            <a:ln w="6350" cap="rnd">
              <a:solidFill>
                <a:srgbClr val="01B2A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E0872B8A-040C-4A23-96BA-EC47166C45B3}"/>
              </a:ext>
            </a:extLst>
          </p:cNvPr>
          <p:cNvSpPr txBox="1"/>
          <p:nvPr/>
        </p:nvSpPr>
        <p:spPr>
          <a:xfrm>
            <a:off x="5802477" y="2141417"/>
            <a:ext cx="10150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</a:rPr>
              <a:t>Business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AC96B72-52F6-4C81-B83E-54F6B5F6FBF8}"/>
              </a:ext>
            </a:extLst>
          </p:cNvPr>
          <p:cNvSpPr txBox="1"/>
          <p:nvPr/>
        </p:nvSpPr>
        <p:spPr>
          <a:xfrm>
            <a:off x="6234066" y="3529135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</a:rPr>
              <a:t>Suggestion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20B4574-39FC-4A62-9B3E-5B632C61C355}"/>
              </a:ext>
            </a:extLst>
          </p:cNvPr>
          <p:cNvSpPr txBox="1"/>
          <p:nvPr/>
        </p:nvSpPr>
        <p:spPr>
          <a:xfrm>
            <a:off x="3284313" y="1273324"/>
            <a:ext cx="2385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/>
              <a:t>Q. AM vs Conventional?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BE83F1C-BFDA-488E-8F37-BF4A829F89CA}"/>
              </a:ext>
            </a:extLst>
          </p:cNvPr>
          <p:cNvSpPr txBox="1"/>
          <p:nvPr/>
        </p:nvSpPr>
        <p:spPr>
          <a:xfrm>
            <a:off x="-11258" y="2356227"/>
            <a:ext cx="2456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/>
              <a:t>Q. Cost approximation ? </a:t>
            </a:r>
          </a:p>
          <a:p>
            <a:pPr algn="ctr"/>
            <a:r>
              <a:rPr lang="en-US" altLang="ko-KR" sz="1600"/>
              <a:t>(AM, Conventional)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449C513-CDFB-4227-9423-4809BC4CAFD1}"/>
              </a:ext>
            </a:extLst>
          </p:cNvPr>
          <p:cNvSpPr txBox="1"/>
          <p:nvPr/>
        </p:nvSpPr>
        <p:spPr>
          <a:xfrm>
            <a:off x="204722" y="3971833"/>
            <a:ext cx="1499129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600">
                <a:latin typeface="Arial"/>
                <a:cs typeface="Arial"/>
              </a:rPr>
              <a:t>Q. What is our</a:t>
            </a:r>
          </a:p>
          <a:p>
            <a:pPr algn="ctr"/>
            <a:r>
              <a:rPr lang="en-US" altLang="ko-KR" sz="1600"/>
              <a:t>Product?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AB734EF-E691-4337-A4C5-DB4AAAD7D0F0}"/>
              </a:ext>
            </a:extLst>
          </p:cNvPr>
          <p:cNvSpPr txBox="1"/>
          <p:nvPr/>
        </p:nvSpPr>
        <p:spPr>
          <a:xfrm>
            <a:off x="6551458" y="2299549"/>
            <a:ext cx="2257349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600"/>
              <a:t>Q. Think about</a:t>
            </a:r>
          </a:p>
          <a:p>
            <a:pPr algn="ctr"/>
            <a:r>
              <a:rPr lang="en-US" altLang="ko-KR" sz="1600"/>
              <a:t>Your business case?</a:t>
            </a:r>
          </a:p>
          <a:p>
            <a:pPr algn="ctr"/>
            <a:r>
              <a:rPr lang="en-US" altLang="ko-KR" sz="1600">
                <a:latin typeface="Arial"/>
                <a:cs typeface="Arial"/>
              </a:rPr>
              <a:t>Benefit? Dependency?</a:t>
            </a:r>
            <a:endParaRPr lang="en-US" altLang="ko-KR" sz="1600">
              <a:cs typeface="Arial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70836DF-E25C-41F8-BDB2-6124A41A25FA}"/>
              </a:ext>
            </a:extLst>
          </p:cNvPr>
          <p:cNvSpPr txBox="1"/>
          <p:nvPr/>
        </p:nvSpPr>
        <p:spPr>
          <a:xfrm>
            <a:off x="7148194" y="3962411"/>
            <a:ext cx="2021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/>
              <a:t>Q. What is suitable?</a:t>
            </a:r>
          </a:p>
        </p:txBody>
      </p:sp>
      <p:sp>
        <p:nvSpPr>
          <p:cNvPr id="147" name="Oval 8">
            <a:extLst>
              <a:ext uri="{FF2B5EF4-FFF2-40B4-BE49-F238E27FC236}">
                <a16:creationId xmlns:a16="http://schemas.microsoft.com/office/drawing/2014/main" id="{A2953A8D-88CD-4AFF-BF23-95394E2C5CF3}"/>
              </a:ext>
            </a:extLst>
          </p:cNvPr>
          <p:cNvSpPr/>
          <p:nvPr/>
        </p:nvSpPr>
        <p:spPr>
          <a:xfrm>
            <a:off x="3832684" y="3501761"/>
            <a:ext cx="1338089" cy="1264580"/>
          </a:xfrm>
          <a:prstGeom prst="ellipse">
            <a:avLst/>
          </a:prstGeom>
          <a:solidFill>
            <a:srgbClr val="01B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817D"/>
              </a:highlight>
            </a:endParaRPr>
          </a:p>
        </p:txBody>
      </p:sp>
      <p:sp>
        <p:nvSpPr>
          <p:cNvPr id="88" name="Subtitle 2">
            <a:extLst>
              <a:ext uri="{FF2B5EF4-FFF2-40B4-BE49-F238E27FC236}">
                <a16:creationId xmlns:a16="http://schemas.microsoft.com/office/drawing/2014/main" id="{45EC009F-CC23-4BA5-8C87-962AED36FACF}"/>
              </a:ext>
            </a:extLst>
          </p:cNvPr>
          <p:cNvSpPr txBox="1">
            <a:spLocks/>
          </p:cNvSpPr>
          <p:nvPr/>
        </p:nvSpPr>
        <p:spPr>
          <a:xfrm>
            <a:off x="3878176" y="3935434"/>
            <a:ext cx="1275904" cy="45713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solidFill>
                  <a:schemeClr val="bg1"/>
                </a:solidFill>
              </a:rPr>
              <a:t>Additive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solidFill>
                  <a:schemeClr val="bg1"/>
                </a:solidFill>
              </a:rPr>
              <a:t>Manufacturing</a:t>
            </a:r>
          </a:p>
        </p:txBody>
      </p:sp>
      <p:sp>
        <p:nvSpPr>
          <p:cNvPr id="56" name="Datumsplatzhalter 7">
            <a:extLst>
              <a:ext uri="{FF2B5EF4-FFF2-40B4-BE49-F238E27FC236}">
                <a16:creationId xmlns:a16="http://schemas.microsoft.com/office/drawing/2014/main" id="{D0892984-4A88-4C48-8599-877F7B1F7F7C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</p:spTree>
    <p:extLst>
      <p:ext uri="{BB962C8B-B14F-4D97-AF65-F5344CB8AC3E}">
        <p14:creationId xmlns:p14="http://schemas.microsoft.com/office/powerpoint/2010/main" val="27614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+mj-lt"/>
              </a:rPr>
              <a:pPr eaLnBrk="1" hangingPunct="1"/>
              <a:t>4</a:t>
            </a:fld>
            <a:endParaRPr lang="de-DE" altLang="ko-KR">
              <a:latin typeface="+mj-lt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+mj-lt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+mj-lt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latin typeface="+mj-lt"/>
                <a:ea typeface="굴림" panose="020B0600000101010101" pitchFamily="50" charset="-127"/>
              </a:rPr>
            </a:br>
            <a:r>
              <a:rPr lang="de-DE" altLang="ko-KR" sz="2400">
                <a:latin typeface="+mj-lt"/>
                <a:ea typeface="굴림" panose="020B0600000101010101" pitchFamily="50" charset="-127"/>
              </a:rPr>
              <a:t>II. </a:t>
            </a:r>
            <a:r>
              <a:rPr lang="en-US" altLang="ko-KR" sz="2400">
                <a:latin typeface="+mj-lt"/>
                <a:cs typeface="Times New Roman" panose="02020603050405020304" pitchFamily="18" charset="0"/>
              </a:rPr>
              <a:t>Analyze</a:t>
            </a:r>
            <a:endParaRPr lang="de-DE" altLang="ko-KR" sz="2400">
              <a:latin typeface="+mj-lt"/>
              <a:ea typeface="굴림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C2B546-A050-4FE8-A423-EDB6874CD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61" y="1489348"/>
            <a:ext cx="3171800" cy="36765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D9D53A-EADB-42FF-A095-A01C5738BADB}"/>
              </a:ext>
            </a:extLst>
          </p:cNvPr>
          <p:cNvSpPr txBox="1"/>
          <p:nvPr/>
        </p:nvSpPr>
        <p:spPr>
          <a:xfrm>
            <a:off x="3854227" y="1489348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>
                <a:latin typeface="+mj-lt"/>
              </a:rPr>
              <a:t>Part: Motor Block            </a:t>
            </a:r>
          </a:p>
        </p:txBody>
      </p:sp>
      <p:sp>
        <p:nvSpPr>
          <p:cNvPr id="10" name="Datumsplatzhalter 7">
            <a:extLst>
              <a:ext uri="{FF2B5EF4-FFF2-40B4-BE49-F238E27FC236}">
                <a16:creationId xmlns:a16="http://schemas.microsoft.com/office/drawing/2014/main" id="{C4708CEB-414B-4A44-AE16-254263BC697C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+mj-lt"/>
              </a:rPr>
              <a:t>29.07.2021  |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F2982-615F-408E-9A8F-880F627A71F7}"/>
              </a:ext>
            </a:extLst>
          </p:cNvPr>
          <p:cNvSpPr txBox="1"/>
          <p:nvPr/>
        </p:nvSpPr>
        <p:spPr>
          <a:xfrm>
            <a:off x="3854227" y="1900923"/>
            <a:ext cx="439248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600">
                <a:latin typeface="+mj-lt"/>
              </a:rPr>
              <a:t>2.  Dimension</a:t>
            </a:r>
          </a:p>
          <a:p>
            <a:pPr lvl="1"/>
            <a:r>
              <a:rPr lang="en-US" altLang="ko-KR" sz="1200">
                <a:latin typeface="+mj-lt"/>
              </a:rPr>
              <a:t>- </a:t>
            </a:r>
            <a:r>
              <a:rPr lang="en-US" altLang="ko-KR" sz="1200" b="0" i="0">
                <a:solidFill>
                  <a:srgbClr val="000000"/>
                </a:solidFill>
                <a:effectLst/>
                <a:latin typeface="+mj-lt"/>
              </a:rPr>
              <a:t>1614.92 [Cm^3]</a:t>
            </a:r>
            <a:r>
              <a:rPr lang="en-US" altLang="ko-KR" sz="1200">
                <a:solidFill>
                  <a:srgbClr val="000000"/>
                </a:solidFill>
                <a:latin typeface="+mj-lt"/>
              </a:rPr>
              <a:t> (Sides scaled x5)</a:t>
            </a:r>
            <a:endParaRPr lang="en-US" altLang="ko-KR" sz="120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DAB415-AA4E-41EE-A85F-38F5FBB9C43A}"/>
              </a:ext>
            </a:extLst>
          </p:cNvPr>
          <p:cNvSpPr txBox="1"/>
          <p:nvPr/>
        </p:nvSpPr>
        <p:spPr>
          <a:xfrm>
            <a:off x="3854227" y="2497164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+mj-lt"/>
              </a:rPr>
              <a:t>3.  Material</a:t>
            </a:r>
          </a:p>
          <a:p>
            <a:pPr lvl="1"/>
            <a:r>
              <a:rPr lang="en-US" altLang="ko-KR" sz="1200">
                <a:latin typeface="+mj-lt"/>
              </a:rPr>
              <a:t>- Aluminum alloys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04CF49-565F-4FF3-88D7-2F3EE735C8F9}"/>
              </a:ext>
            </a:extLst>
          </p:cNvPr>
          <p:cNvSpPr txBox="1"/>
          <p:nvPr/>
        </p:nvSpPr>
        <p:spPr>
          <a:xfrm>
            <a:off x="4427984" y="3377008"/>
            <a:ext cx="3960440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>
                <a:latin typeface="+mj-lt"/>
              </a:rPr>
              <a:t>Creates lighter parts—with more surface finishing options than other die cast alloys.</a:t>
            </a:r>
            <a:br>
              <a:rPr lang="en-US" altLang="ko-KR" sz="1200">
                <a:latin typeface="+mj-lt"/>
              </a:rPr>
            </a:br>
            <a:r>
              <a:rPr lang="en-US" altLang="ko-KR" sz="1200">
                <a:latin typeface="+mj-lt"/>
              </a:rPr>
              <a:t> </a:t>
            </a:r>
          </a:p>
          <a:p>
            <a:pPr marL="228600" indent="-228600">
              <a:buAutoNum type="arabicPeriod"/>
            </a:pPr>
            <a:r>
              <a:rPr lang="en-US" altLang="ko-KR" sz="1200">
                <a:latin typeface="+mj-lt"/>
              </a:rPr>
              <a:t>Aluminum can also withstand the highest operating temperatures of all the die cast alloys.</a:t>
            </a:r>
            <a:br>
              <a:rPr lang="en-US" altLang="ko-KR" sz="1200">
                <a:latin typeface="+mj-lt"/>
              </a:rPr>
            </a:br>
            <a:endParaRPr lang="en-US" altLang="ko-KR" sz="1200">
              <a:latin typeface="+mj-lt"/>
            </a:endParaRPr>
          </a:p>
          <a:p>
            <a:pPr marL="228600" indent="-228600">
              <a:buAutoNum type="arabicPeriod"/>
            </a:pPr>
            <a:r>
              <a:rPr lang="en-US" altLang="ko-KR" sz="1200">
                <a:latin typeface="+mj-lt"/>
              </a:rPr>
              <a:t>Cast aluminum is versatile, corrosion resistant; it retains high dimensional stability with thin walls and can be used in almost any industry.</a:t>
            </a:r>
            <a:endParaRPr lang="ko-KR" altLang="en-US" sz="120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6AA9D-A1CE-4D8F-82A9-BA6926F1C27D}"/>
              </a:ext>
            </a:extLst>
          </p:cNvPr>
          <p:cNvSpPr txBox="1"/>
          <p:nvPr/>
        </p:nvSpPr>
        <p:spPr>
          <a:xfrm>
            <a:off x="4246594" y="3159221"/>
            <a:ext cx="2339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0070C0"/>
                </a:solidFill>
                <a:latin typeface="+mj-lt"/>
              </a:rPr>
              <a:t>Q. Why aluminum?</a:t>
            </a:r>
            <a:endParaRPr lang="ko-KR" altLang="en-US" sz="1200">
              <a:solidFill>
                <a:srgbClr val="0070C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223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5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II. </a:t>
            </a:r>
            <a:r>
              <a:rPr lang="en-US" altLang="ko-KR" sz="2400">
                <a:latin typeface="+mj-lt"/>
                <a:cs typeface="Times New Roman" panose="02020603050405020304" pitchFamily="18" charset="0"/>
              </a:rPr>
              <a:t>Analyze</a:t>
            </a:r>
            <a:endParaRPr lang="de-DE" altLang="ko-KR" sz="2400">
              <a:ea typeface="굴림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C2B546-A050-4FE8-A423-EDB6874CD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61" y="1489348"/>
            <a:ext cx="3171800" cy="3676576"/>
          </a:xfrm>
          <a:prstGeom prst="rect">
            <a:avLst/>
          </a:prstGeom>
        </p:spPr>
      </p:pic>
      <p:sp>
        <p:nvSpPr>
          <p:cNvPr id="10" name="Datumsplatzhalter 7">
            <a:extLst>
              <a:ext uri="{FF2B5EF4-FFF2-40B4-BE49-F238E27FC236}">
                <a16:creationId xmlns:a16="http://schemas.microsoft.com/office/drawing/2014/main" id="{C4708CEB-414B-4A44-AE16-254263BC697C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FE208-F6BF-4204-8DA1-13E6017AA97C}"/>
              </a:ext>
            </a:extLst>
          </p:cNvPr>
          <p:cNvSpPr txBox="1"/>
          <p:nvPr/>
        </p:nvSpPr>
        <p:spPr>
          <a:xfrm>
            <a:off x="3851920" y="1489049"/>
            <a:ext cx="5001442" cy="15081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600">
                <a:latin typeface="+mj-lt"/>
              </a:rPr>
              <a:t>4.  Lot size : huge  (under assumption)</a:t>
            </a:r>
          </a:p>
          <a:p>
            <a:r>
              <a:rPr lang="en-US" altLang="ko-KR" sz="1600">
                <a:latin typeface="+mj-lt"/>
              </a:rPr>
              <a:t>     </a:t>
            </a:r>
            <a:r>
              <a:rPr lang="en-US" altLang="ko-KR" sz="1200">
                <a:latin typeface="+mj-lt"/>
              </a:rPr>
              <a:t>Ex: 4 cylinder ICE engine (VW, 2017)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         Tiguan: 724,000 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         Polo: 716,000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         Golf: 974,000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         Total: 2,414,000 (Vehicles)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         -&gt; Total parts: 9,656,000 (parts, Vehicles x4)            </a:t>
            </a:r>
            <a:endParaRPr lang="en-US" altLang="ko-KR" sz="1200">
              <a:latin typeface="+mj-lt"/>
              <a:ea typeface="Verdan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36C0CC-5504-4810-B7F5-B35CD76863D3}"/>
              </a:ext>
            </a:extLst>
          </p:cNvPr>
          <p:cNvSpPr txBox="1"/>
          <p:nvPr/>
        </p:nvSpPr>
        <p:spPr>
          <a:xfrm>
            <a:off x="3851920" y="2929508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5"/>
            </a:pPr>
            <a:r>
              <a:rPr lang="en-US" altLang="ko-KR" sz="1600">
                <a:latin typeface="+mj-lt"/>
              </a:rPr>
              <a:t>Conformity assessment (for AM)</a:t>
            </a:r>
            <a:endParaRPr lang="en-US" altLang="ko-KR" sz="120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07054-68B5-46A7-9BF3-4571C0E0CDD7}"/>
              </a:ext>
            </a:extLst>
          </p:cNvPr>
          <p:cNvSpPr txBox="1"/>
          <p:nvPr/>
        </p:nvSpPr>
        <p:spPr>
          <a:xfrm>
            <a:off x="4319785" y="3300466"/>
            <a:ext cx="3697102" cy="193899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1200">
                <a:latin typeface="+mj-lt"/>
              </a:rPr>
              <a:t> </a:t>
            </a:r>
            <a:r>
              <a:rPr lang="en-US" altLang="ko-KR" sz="1200" err="1">
                <a:latin typeface="+mj-lt"/>
              </a:rPr>
              <a:t>i</a:t>
            </a:r>
            <a:r>
              <a:rPr lang="en-US" altLang="ko-KR" sz="1200">
                <a:latin typeface="+mj-lt"/>
              </a:rPr>
              <a:t>) Does part fit? </a:t>
            </a:r>
          </a:p>
          <a:p>
            <a:r>
              <a:rPr lang="en-US" altLang="ko-KR" sz="1200">
                <a:latin typeface="+mj-lt"/>
              </a:rPr>
              <a:t>    - </a:t>
            </a:r>
            <a:r>
              <a:rPr lang="en-US" altLang="ko-KR" sz="1200">
                <a:solidFill>
                  <a:srgbClr val="0070C0"/>
                </a:solidFill>
                <a:latin typeface="+mj-lt"/>
              </a:rPr>
              <a:t>Yes</a:t>
            </a:r>
            <a:br>
              <a:rPr lang="en-US" altLang="ko-KR" sz="1200">
                <a:latin typeface="+mj-lt"/>
              </a:rPr>
            </a:br>
            <a:r>
              <a:rPr lang="en-US" altLang="ko-KR" sz="1200">
                <a:latin typeface="+mj-lt"/>
              </a:rPr>
              <a:t> ii) Is your part weldable?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 - </a:t>
            </a:r>
            <a:r>
              <a:rPr lang="en-US" altLang="ko-KR" sz="1200">
                <a:solidFill>
                  <a:srgbClr val="0070C0"/>
                </a:solidFill>
                <a:latin typeface="+mj-lt"/>
              </a:rPr>
              <a:t>Depend on selection</a:t>
            </a:r>
            <a:endParaRPr lang="en-US" altLang="ko-KR" sz="1200">
              <a:solidFill>
                <a:srgbClr val="0070C0"/>
              </a:solidFill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iii) Can you meet performance requirement?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 - </a:t>
            </a:r>
            <a:r>
              <a:rPr lang="en-US" altLang="ko-KR" sz="1200">
                <a:solidFill>
                  <a:srgbClr val="0070C0"/>
                </a:solidFill>
                <a:latin typeface="+mj-lt"/>
              </a:rPr>
              <a:t>Depend on selection</a:t>
            </a:r>
            <a:endParaRPr lang="en-US" altLang="ko-KR" sz="1200">
              <a:solidFill>
                <a:srgbClr val="0070C0"/>
              </a:solidFill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iv) Will your part design print?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   - </a:t>
            </a:r>
            <a:r>
              <a:rPr lang="en-US" altLang="ko-KR" sz="1200">
                <a:solidFill>
                  <a:srgbClr val="0070C0"/>
                </a:solidFill>
                <a:latin typeface="+mj-lt"/>
              </a:rPr>
              <a:t>Yes</a:t>
            </a:r>
            <a:endParaRPr lang="en-US" altLang="ko-KR" sz="1200">
              <a:solidFill>
                <a:srgbClr val="0070C0"/>
              </a:solidFill>
              <a:latin typeface="+mj-lt"/>
              <a:ea typeface="Verdana"/>
            </a:endParaRPr>
          </a:p>
          <a:p>
            <a:r>
              <a:rPr lang="en-US" altLang="ko-KR" sz="1200">
                <a:latin typeface="+mj-lt"/>
              </a:rPr>
              <a:t> v) Does your part require post processing?</a:t>
            </a:r>
            <a:endParaRPr lang="en-US" altLang="ko-KR" sz="1200">
              <a:latin typeface="+mj-lt"/>
              <a:ea typeface="Verdana"/>
            </a:endParaRPr>
          </a:p>
          <a:p>
            <a:r>
              <a:rPr lang="en-US" altLang="ko-KR" sz="1200">
                <a:solidFill>
                  <a:srgbClr val="0070C0"/>
                </a:solidFill>
                <a:latin typeface="+mj-lt"/>
              </a:rPr>
              <a:t>    - Yes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622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6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II. </a:t>
            </a:r>
            <a:r>
              <a:rPr lang="en-US" altLang="ko-KR" sz="2400">
                <a:latin typeface="+mj-lt"/>
                <a:cs typeface="Times New Roman" panose="02020603050405020304" pitchFamily="18" charset="0"/>
              </a:rPr>
              <a:t>Analyze</a:t>
            </a:r>
            <a:endParaRPr lang="de-DE" altLang="ko-KR" sz="2400">
              <a:ea typeface="굴림" panose="020B0600000101010101" pitchFamily="50" charset="-127"/>
            </a:endParaRPr>
          </a:p>
        </p:txBody>
      </p:sp>
      <p:sp>
        <p:nvSpPr>
          <p:cNvPr id="10" name="Datumsplatzhalter 7">
            <a:extLst>
              <a:ext uri="{FF2B5EF4-FFF2-40B4-BE49-F238E27FC236}">
                <a16:creationId xmlns:a16="http://schemas.microsoft.com/office/drawing/2014/main" id="{C4708CEB-414B-4A44-AE16-254263BC697C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EBAE6-6404-4D5A-8772-A6CB7F58598C}"/>
              </a:ext>
            </a:extLst>
          </p:cNvPr>
          <p:cNvSpPr txBox="1"/>
          <p:nvPr/>
        </p:nvSpPr>
        <p:spPr>
          <a:xfrm>
            <a:off x="251520" y="1489348"/>
            <a:ext cx="439248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600">
                <a:latin typeface="+mj-lt"/>
              </a:rPr>
              <a:t># 3D Printer </a:t>
            </a:r>
          </a:p>
        </p:txBody>
      </p:sp>
      <p:pic>
        <p:nvPicPr>
          <p:cNvPr id="2" name="그림 2" descr="텍스트, 실내이(가) 표시된 사진&#10;&#10;자동 생성된 설명">
            <a:extLst>
              <a:ext uri="{FF2B5EF4-FFF2-40B4-BE49-F238E27FC236}">
                <a16:creationId xmlns:a16="http://schemas.microsoft.com/office/drawing/2014/main" id="{4CB7BD32-0B5C-4C8D-936D-6A5CF541E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529" y="1382679"/>
            <a:ext cx="2742040" cy="997117"/>
          </a:xfrm>
          <a:prstGeom prst="rect">
            <a:avLst/>
          </a:prstGeom>
        </p:spPr>
      </p:pic>
      <p:pic>
        <p:nvPicPr>
          <p:cNvPr id="3" name="그림 3" descr="테이블이(가) 표시된 사진&#10;&#10;자동 생성된 설명">
            <a:extLst>
              <a:ext uri="{FF2B5EF4-FFF2-40B4-BE49-F238E27FC236}">
                <a16:creationId xmlns:a16="http://schemas.microsoft.com/office/drawing/2014/main" id="{84B0B3DB-AFD6-4F80-B7B0-241107262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69" y="2442421"/>
            <a:ext cx="4269261" cy="2840245"/>
          </a:xfrm>
          <a:prstGeom prst="rect">
            <a:avLst/>
          </a:prstGeom>
        </p:spPr>
      </p:pic>
      <p:pic>
        <p:nvPicPr>
          <p:cNvPr id="4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CE2F75D2-E90E-449C-890D-05842AB01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918" y="2445632"/>
            <a:ext cx="3660306" cy="192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7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III. Cost Approximation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8465BD2-801E-4F28-AC13-C04ECD2D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96000"/>
            <a:ext cx="8020372" cy="402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>
                <a:latin typeface="+mj-lt"/>
                <a:cs typeface="Times New Roman"/>
              </a:rPr>
              <a:t>1. Additive Manufacturing (Selective laser melting)</a:t>
            </a: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/>
              </a:rPr>
              <a:t>   </a:t>
            </a: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화살표: 굽음 9">
            <a:extLst>
              <a:ext uri="{FF2B5EF4-FFF2-40B4-BE49-F238E27FC236}">
                <a16:creationId xmlns:a16="http://schemas.microsoft.com/office/drawing/2014/main" id="{69789BB2-6668-43E3-BD45-65AA4AD37697}"/>
              </a:ext>
            </a:extLst>
          </p:cNvPr>
          <p:cNvSpPr/>
          <p:nvPr/>
        </p:nvSpPr>
        <p:spPr>
          <a:xfrm>
            <a:off x="666305" y="1763865"/>
            <a:ext cx="1288757" cy="130965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화살표: 굽음 12">
            <a:extLst>
              <a:ext uri="{FF2B5EF4-FFF2-40B4-BE49-F238E27FC236}">
                <a16:creationId xmlns:a16="http://schemas.microsoft.com/office/drawing/2014/main" id="{2D94FA17-13E3-467E-9621-2567AE2D08AB}"/>
              </a:ext>
            </a:extLst>
          </p:cNvPr>
          <p:cNvSpPr/>
          <p:nvPr/>
        </p:nvSpPr>
        <p:spPr>
          <a:xfrm rot="5400000">
            <a:off x="3083674" y="1910945"/>
            <a:ext cx="1288757" cy="130965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화살표: 굽음 13">
            <a:extLst>
              <a:ext uri="{FF2B5EF4-FFF2-40B4-BE49-F238E27FC236}">
                <a16:creationId xmlns:a16="http://schemas.microsoft.com/office/drawing/2014/main" id="{F6AF6A1C-405D-4A47-9EA5-B184026AE01C}"/>
              </a:ext>
            </a:extLst>
          </p:cNvPr>
          <p:cNvSpPr/>
          <p:nvPr/>
        </p:nvSpPr>
        <p:spPr>
          <a:xfrm rot="10800000">
            <a:off x="2963174" y="3919492"/>
            <a:ext cx="1288757" cy="130965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화살표: 굽음 14">
            <a:extLst>
              <a:ext uri="{FF2B5EF4-FFF2-40B4-BE49-F238E27FC236}">
                <a16:creationId xmlns:a16="http://schemas.microsoft.com/office/drawing/2014/main" id="{66B58605-E50C-43F4-B80F-C45BE0EB57BA}"/>
              </a:ext>
            </a:extLst>
          </p:cNvPr>
          <p:cNvSpPr/>
          <p:nvPr/>
        </p:nvSpPr>
        <p:spPr>
          <a:xfrm rot="16200000">
            <a:off x="536807" y="3764170"/>
            <a:ext cx="1288757" cy="130965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DAEF83-2D2F-43E2-8DF1-67DB2E3A6F17}"/>
              </a:ext>
            </a:extLst>
          </p:cNvPr>
          <p:cNvSpPr txBox="1"/>
          <p:nvPr/>
        </p:nvSpPr>
        <p:spPr>
          <a:xfrm>
            <a:off x="1999235" y="1892084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Design</a:t>
            </a:r>
            <a:endParaRPr lang="ko-KR" altLang="en-US" sz="1600" b="1">
              <a:solidFill>
                <a:srgbClr val="FF66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43736-512F-4852-B56F-B4439143A113}"/>
              </a:ext>
            </a:extLst>
          </p:cNvPr>
          <p:cNvSpPr txBox="1"/>
          <p:nvPr/>
        </p:nvSpPr>
        <p:spPr>
          <a:xfrm>
            <a:off x="3570456" y="3194929"/>
            <a:ext cx="1346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Pre</a:t>
            </a:r>
          </a:p>
          <a:p>
            <a:r>
              <a:rPr lang="en-US" altLang="ko-KR" sz="1600" b="1">
                <a:solidFill>
                  <a:srgbClr val="FF6600"/>
                </a:solidFill>
              </a:rPr>
              <a:t>-processing</a:t>
            </a:r>
            <a:endParaRPr lang="ko-KR" altLang="en-US" sz="1600" b="1">
              <a:solidFill>
                <a:srgbClr val="FF66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C53CD-F8DD-4815-909F-CA9A7EFDCBEB}"/>
              </a:ext>
            </a:extLst>
          </p:cNvPr>
          <p:cNvSpPr txBox="1"/>
          <p:nvPr/>
        </p:nvSpPr>
        <p:spPr>
          <a:xfrm>
            <a:off x="1915246" y="4694046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Printing</a:t>
            </a:r>
            <a:endParaRPr lang="ko-KR" altLang="en-US" sz="1600" b="1">
              <a:solidFill>
                <a:srgbClr val="FF66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D89B9-5768-4FA6-B1C9-6BDA036E17F4}"/>
              </a:ext>
            </a:extLst>
          </p:cNvPr>
          <p:cNvSpPr txBox="1"/>
          <p:nvPr/>
        </p:nvSpPr>
        <p:spPr>
          <a:xfrm>
            <a:off x="53742" y="3161375"/>
            <a:ext cx="1346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Post</a:t>
            </a:r>
          </a:p>
          <a:p>
            <a:r>
              <a:rPr lang="en-US" altLang="ko-KR" sz="1600" b="1">
                <a:solidFill>
                  <a:srgbClr val="FF6600"/>
                </a:solidFill>
              </a:rPr>
              <a:t>-processing</a:t>
            </a:r>
            <a:endParaRPr lang="ko-KR" altLang="en-US" sz="1600" b="1">
              <a:solidFill>
                <a:srgbClr val="FF66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2724C-324D-48EA-AAC1-ABA2B9B38BA1}"/>
              </a:ext>
            </a:extLst>
          </p:cNvPr>
          <p:cNvSpPr txBox="1"/>
          <p:nvPr/>
        </p:nvSpPr>
        <p:spPr>
          <a:xfrm>
            <a:off x="4613188" y="1921396"/>
            <a:ext cx="3271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Design </a:t>
            </a:r>
            <a:r>
              <a:rPr lang="en-US" altLang="ko-KR" sz="1600" b="1"/>
              <a:t>: 0 </a:t>
            </a:r>
            <a:r>
              <a:rPr lang="ko-KR" altLang="en-US" sz="1600"/>
              <a:t>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DBB893-9EFF-4E47-A44E-AF76D0BBDDC1}"/>
              </a:ext>
            </a:extLst>
          </p:cNvPr>
          <p:cNvSpPr txBox="1"/>
          <p:nvPr/>
        </p:nvSpPr>
        <p:spPr>
          <a:xfrm>
            <a:off x="4917300" y="2396497"/>
            <a:ext cx="2457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Pre-Processing </a:t>
            </a:r>
            <a:r>
              <a:rPr lang="en-US" altLang="ko-KR" sz="1600" b="1"/>
              <a:t>: 0 </a:t>
            </a:r>
            <a:r>
              <a:rPr lang="ko-KR" altLang="en-US" sz="1600"/>
              <a:t>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DEA134-0EF2-43D1-B361-86A97896B792}"/>
              </a:ext>
            </a:extLst>
          </p:cNvPr>
          <p:cNvSpPr txBox="1"/>
          <p:nvPr/>
        </p:nvSpPr>
        <p:spPr>
          <a:xfrm>
            <a:off x="5357179" y="2857500"/>
            <a:ext cx="24577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Printing </a:t>
            </a:r>
            <a:r>
              <a:rPr lang="en-US" altLang="ko-KR" sz="1600" b="1"/>
              <a:t>: 1146.23 </a:t>
            </a:r>
            <a:r>
              <a:rPr lang="ko-KR" altLang="en-US" sz="1600"/>
              <a:t>€</a:t>
            </a:r>
            <a:endParaRPr lang="en-US" altLang="ko-KR" sz="1600"/>
          </a:p>
          <a:p>
            <a:r>
              <a:rPr lang="en-US" altLang="ko-KR" sz="1600"/>
              <a:t>   </a:t>
            </a:r>
            <a:r>
              <a:rPr lang="en-US" altLang="ko-KR" sz="1200"/>
              <a:t>- Material Cost: 1116.23</a:t>
            </a:r>
          </a:p>
          <a:p>
            <a:r>
              <a:rPr lang="en-US" altLang="ko-KR" sz="1200"/>
              <a:t>    - Building Cost: 30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3EB33C-B317-451B-A4F5-CDE4D8EAED25}"/>
              </a:ext>
            </a:extLst>
          </p:cNvPr>
          <p:cNvSpPr txBox="1"/>
          <p:nvPr/>
        </p:nvSpPr>
        <p:spPr>
          <a:xfrm>
            <a:off x="5858208" y="3679138"/>
            <a:ext cx="2755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Post-Processing </a:t>
            </a:r>
            <a:r>
              <a:rPr lang="en-US" altLang="ko-KR" sz="1600" b="1"/>
              <a:t>: 80 </a:t>
            </a:r>
            <a:r>
              <a:rPr lang="ko-KR" altLang="en-US" sz="1600"/>
              <a:t>€</a:t>
            </a:r>
            <a:endParaRPr lang="en-US" altLang="ko-KR" sz="1600"/>
          </a:p>
          <a:p>
            <a:r>
              <a:rPr lang="en-US" altLang="ko-KR" sz="1600"/>
              <a:t>   </a:t>
            </a:r>
            <a:r>
              <a:rPr lang="en-US" altLang="ko-KR" sz="1200"/>
              <a:t>- Machine Op Cost: 60</a:t>
            </a:r>
          </a:p>
          <a:p>
            <a:r>
              <a:rPr lang="en-US" altLang="ko-KR" sz="1200"/>
              <a:t>    - Heat treatment: 20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4D7338E-6409-4275-9899-96A7EC68D55E}"/>
              </a:ext>
            </a:extLst>
          </p:cNvPr>
          <p:cNvCxnSpPr>
            <a:cxnSpLocks/>
          </p:cNvCxnSpPr>
          <p:nvPr/>
        </p:nvCxnSpPr>
        <p:spPr>
          <a:xfrm>
            <a:off x="4720665" y="4585692"/>
            <a:ext cx="36232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E5A8120-A45A-4186-8F46-CAD314E6DFD9}"/>
              </a:ext>
            </a:extLst>
          </p:cNvPr>
          <p:cNvSpPr txBox="1"/>
          <p:nvPr/>
        </p:nvSpPr>
        <p:spPr>
          <a:xfrm>
            <a:off x="4279503" y="3997465"/>
            <a:ext cx="484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>
                <a:solidFill>
                  <a:srgbClr val="FF0000"/>
                </a:solidFill>
              </a:rPr>
              <a:t>+</a:t>
            </a:r>
            <a:endParaRPr lang="ko-KR" altLang="en-US" sz="400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4EF680-F1BF-4A36-B7C7-A6381D0EC8DF}"/>
              </a:ext>
            </a:extLst>
          </p:cNvPr>
          <p:cNvSpPr txBox="1"/>
          <p:nvPr/>
        </p:nvSpPr>
        <p:spPr>
          <a:xfrm>
            <a:off x="4639729" y="4643088"/>
            <a:ext cx="3841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Total Cost </a:t>
            </a:r>
            <a:r>
              <a:rPr lang="en-US" altLang="ko-KR" sz="1600" b="1"/>
              <a:t>: 1226.23 </a:t>
            </a:r>
            <a:r>
              <a:rPr lang="ko-KR" altLang="en-US" sz="1600"/>
              <a:t>€</a:t>
            </a:r>
          </a:p>
        </p:txBody>
      </p:sp>
      <p:sp>
        <p:nvSpPr>
          <p:cNvPr id="26" name="Datumsplatzhalter 7">
            <a:extLst>
              <a:ext uri="{FF2B5EF4-FFF2-40B4-BE49-F238E27FC236}">
                <a16:creationId xmlns:a16="http://schemas.microsoft.com/office/drawing/2014/main" id="{9E881129-9260-47B8-B459-4FE017BEC33E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2E3232-82BB-42DE-85A0-B7FF209BFF32}"/>
              </a:ext>
            </a:extLst>
          </p:cNvPr>
          <p:cNvSpPr txBox="1"/>
          <p:nvPr/>
        </p:nvSpPr>
        <p:spPr>
          <a:xfrm>
            <a:off x="3976494" y="5173920"/>
            <a:ext cx="45667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0070C0"/>
                </a:solidFill>
                <a:latin typeface="+mj-lt"/>
              </a:rPr>
              <a:t>* Do not take account the cost for place, factory facility, 3D printer </a:t>
            </a:r>
            <a:endParaRPr lang="ko-KR" altLang="en-US" sz="100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2" name="Picture 2" descr="Diagram&#10;&#10;Description automatically generated">
            <a:extLst>
              <a:ext uri="{FF2B5EF4-FFF2-40B4-BE49-F238E27FC236}">
                <a16:creationId xmlns:a16="http://schemas.microsoft.com/office/drawing/2014/main" id="{5F9D1FCB-A48A-4CC3-979A-CAFA6B24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234" y="2981982"/>
            <a:ext cx="2258957" cy="120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0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8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III. Cost Approximation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8465BD2-801E-4F28-AC13-C04ECD2D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96000"/>
            <a:ext cx="8020372" cy="402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>
                <a:latin typeface="+mj-lt"/>
                <a:cs typeface="Times New Roman" panose="02020603050405020304" pitchFamily="18" charset="0"/>
              </a:rPr>
              <a:t>2. Conventional (HPDC)</a:t>
            </a:r>
          </a:p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032FCE-CE13-444B-B523-54A44FF6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065412"/>
            <a:ext cx="4689851" cy="28655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FFEA85-C2C2-40AA-BAB9-5064B6DBE1A8}"/>
              </a:ext>
            </a:extLst>
          </p:cNvPr>
          <p:cNvSpPr txBox="1"/>
          <p:nvPr/>
        </p:nvSpPr>
        <p:spPr>
          <a:xfrm>
            <a:off x="4613189" y="1921396"/>
            <a:ext cx="3623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Design </a:t>
            </a:r>
            <a:r>
              <a:rPr lang="en-US" altLang="ko-KR" sz="1600" b="1"/>
              <a:t>: 0 </a:t>
            </a:r>
            <a:r>
              <a:rPr lang="ko-KR" altLang="en-US" sz="1600"/>
              <a:t>€   </a:t>
            </a:r>
            <a:r>
              <a:rPr lang="en-US" altLang="ko-KR" sz="1600"/>
              <a:t>(+ Mold Cost : 22,500</a:t>
            </a:r>
            <a:r>
              <a:rPr lang="ko-KR" altLang="en-US" sz="1600"/>
              <a:t> €</a:t>
            </a:r>
            <a:r>
              <a:rPr lang="en-US" altLang="ko-KR" sz="1600"/>
              <a:t>) </a:t>
            </a:r>
            <a:endParaRPr lang="ko-KR" alt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C44CF-63CE-4911-89A9-30581EADC6A3}"/>
              </a:ext>
            </a:extLst>
          </p:cNvPr>
          <p:cNvSpPr txBox="1"/>
          <p:nvPr/>
        </p:nvSpPr>
        <p:spPr>
          <a:xfrm>
            <a:off x="4772501" y="2284880"/>
            <a:ext cx="3463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Pre-Processing </a:t>
            </a:r>
            <a:r>
              <a:rPr lang="en-US" altLang="ko-KR" sz="1600" b="1"/>
              <a:t>: 0 </a:t>
            </a:r>
            <a:r>
              <a:rPr lang="ko-KR" altLang="en-US" sz="1600"/>
              <a:t>€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25AF7-D39A-44F1-A3AE-535A3473E699}"/>
              </a:ext>
            </a:extLst>
          </p:cNvPr>
          <p:cNvSpPr txBox="1"/>
          <p:nvPr/>
        </p:nvSpPr>
        <p:spPr>
          <a:xfrm>
            <a:off x="5013379" y="2628887"/>
            <a:ext cx="272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Insert </a:t>
            </a:r>
            <a:r>
              <a:rPr lang="en-US" altLang="ko-KR" sz="1600" b="1"/>
              <a:t>: 8.753</a:t>
            </a:r>
            <a:r>
              <a:rPr lang="ko-KR" altLang="en-US" sz="1600"/>
              <a:t>€</a:t>
            </a:r>
            <a:endParaRPr lang="en-US" altLang="ko-KR" sz="1600"/>
          </a:p>
          <a:p>
            <a:r>
              <a:rPr lang="en-US" altLang="ko-KR" sz="1200"/>
              <a:t>    - Material Cost: 8.753 (A380)</a:t>
            </a:r>
            <a:endParaRPr lang="ko-KR" alt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F39D7-8F5A-438A-8C3D-33FDA093C344}"/>
              </a:ext>
            </a:extLst>
          </p:cNvPr>
          <p:cNvSpPr txBox="1"/>
          <p:nvPr/>
        </p:nvSpPr>
        <p:spPr>
          <a:xfrm>
            <a:off x="5243145" y="3089094"/>
            <a:ext cx="324477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Inject &amp; Solidification</a:t>
            </a:r>
            <a:r>
              <a:rPr lang="en-US" altLang="ko-KR" sz="1600" b="1"/>
              <a:t>: 14.64</a:t>
            </a:r>
            <a:r>
              <a:rPr lang="ko-KR" altLang="en-US" sz="1600"/>
              <a:t>€</a:t>
            </a:r>
            <a:endParaRPr lang="en-US" altLang="ko-KR" sz="1600"/>
          </a:p>
          <a:p>
            <a:r>
              <a:rPr lang="en-US" altLang="ko-KR" sz="1200"/>
              <a:t>    - Machine Cost (h)</a:t>
            </a:r>
          </a:p>
          <a:p>
            <a:r>
              <a:rPr lang="en-US" altLang="ko-KR" sz="1200"/>
              <a:t>    - Labor Cost (h)</a:t>
            </a:r>
          </a:p>
          <a:p>
            <a:r>
              <a:rPr lang="en-US" altLang="ko-KR" sz="1200"/>
              <a:t>    - Cycle Time (s)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C38C1F-7937-4BF0-995F-2F537B361E18}"/>
              </a:ext>
            </a:extLst>
          </p:cNvPr>
          <p:cNvSpPr txBox="1"/>
          <p:nvPr/>
        </p:nvSpPr>
        <p:spPr>
          <a:xfrm>
            <a:off x="5616927" y="3931056"/>
            <a:ext cx="29875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0000"/>
                </a:solidFill>
              </a:rPr>
              <a:t>+</a:t>
            </a:r>
            <a:r>
              <a:rPr lang="en-US" altLang="ko-KR" sz="1600" b="1">
                <a:solidFill>
                  <a:srgbClr val="FF6600"/>
                </a:solidFill>
              </a:rPr>
              <a:t> Post-Processing </a:t>
            </a:r>
            <a:r>
              <a:rPr lang="en-US" altLang="ko-KR" sz="1600" b="1"/>
              <a:t>: 53.7</a:t>
            </a:r>
            <a:r>
              <a:rPr lang="ko-KR" altLang="en-US" sz="1600"/>
              <a:t>€</a:t>
            </a:r>
            <a:endParaRPr lang="en-US" altLang="ko-KR" sz="1600"/>
          </a:p>
          <a:p>
            <a:r>
              <a:rPr lang="en-US" altLang="ko-KR" sz="1200"/>
              <a:t>    - Heat treatment Cost</a:t>
            </a:r>
          </a:p>
          <a:p>
            <a:r>
              <a:rPr lang="en-US" altLang="ko-KR" sz="1200"/>
              <a:t>    - Machine Op Cost (h)</a:t>
            </a:r>
          </a:p>
          <a:p>
            <a:r>
              <a:rPr lang="en-US" altLang="ko-KR" sz="1200"/>
              <a:t>    - Labor Cost (h)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DC3B698-7731-43D8-BEB8-F90E4AFE09F8}"/>
              </a:ext>
            </a:extLst>
          </p:cNvPr>
          <p:cNvCxnSpPr>
            <a:cxnSpLocks/>
          </p:cNvCxnSpPr>
          <p:nvPr/>
        </p:nvCxnSpPr>
        <p:spPr>
          <a:xfrm>
            <a:off x="4720665" y="4801716"/>
            <a:ext cx="36232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727435-C2CC-4836-82CC-8ED6BAB32926}"/>
              </a:ext>
            </a:extLst>
          </p:cNvPr>
          <p:cNvSpPr txBox="1"/>
          <p:nvPr/>
        </p:nvSpPr>
        <p:spPr>
          <a:xfrm>
            <a:off x="4639729" y="4859112"/>
            <a:ext cx="3316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rgbClr val="FF6600"/>
                </a:solidFill>
              </a:rPr>
              <a:t>Total Cost </a:t>
            </a:r>
            <a:r>
              <a:rPr lang="en-US" altLang="ko-KR" sz="1600" b="1"/>
              <a:t>: 77.09 </a:t>
            </a:r>
            <a:r>
              <a:rPr lang="ko-KR" altLang="en-US" sz="1600"/>
              <a:t>€ </a:t>
            </a:r>
            <a:r>
              <a:rPr lang="en-US" altLang="ko-KR" sz="1600"/>
              <a:t>(+ 22500 </a:t>
            </a:r>
            <a:r>
              <a:rPr lang="ko-KR" altLang="en-US" sz="1600"/>
              <a:t>€</a:t>
            </a:r>
            <a:r>
              <a:rPr lang="en-US" altLang="ko-KR" sz="1600"/>
              <a:t>)</a:t>
            </a:r>
            <a:endParaRPr lang="ko-KR" alt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387716-24B2-42F5-94F3-38C2E6EB6A9E}"/>
              </a:ext>
            </a:extLst>
          </p:cNvPr>
          <p:cNvSpPr txBox="1"/>
          <p:nvPr/>
        </p:nvSpPr>
        <p:spPr>
          <a:xfrm>
            <a:off x="4613189" y="4155472"/>
            <a:ext cx="484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>
                <a:solidFill>
                  <a:srgbClr val="FF0000"/>
                </a:solidFill>
              </a:rPr>
              <a:t>+</a:t>
            </a:r>
            <a:endParaRPr lang="ko-KR" altLang="en-US" sz="4000">
              <a:solidFill>
                <a:srgbClr val="FF0000"/>
              </a:solidFill>
            </a:endParaRPr>
          </a:p>
        </p:txBody>
      </p:sp>
      <p:sp>
        <p:nvSpPr>
          <p:cNvPr id="20" name="Datumsplatzhalter 7">
            <a:extLst>
              <a:ext uri="{FF2B5EF4-FFF2-40B4-BE49-F238E27FC236}">
                <a16:creationId xmlns:a16="http://schemas.microsoft.com/office/drawing/2014/main" id="{7490A48B-C1DD-4DD5-87F3-0575AFE4D399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91CF6E-7924-4C48-9D97-65C2CC5A807D}"/>
              </a:ext>
            </a:extLst>
          </p:cNvPr>
          <p:cNvSpPr txBox="1"/>
          <p:nvPr/>
        </p:nvSpPr>
        <p:spPr>
          <a:xfrm>
            <a:off x="4583904" y="5178034"/>
            <a:ext cx="3841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rgbClr val="0070C0"/>
                </a:solidFill>
                <a:latin typeface="+mj-lt"/>
              </a:rPr>
              <a:t>* Do not take account the cost for place, factory facility </a:t>
            </a:r>
            <a:endParaRPr lang="ko-KR" altLang="en-US" sz="1000">
              <a:solidFill>
                <a:srgbClr val="0070C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365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9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IV. Comparison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8465BD2-801E-4F28-AC13-C04ECD2D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96000"/>
            <a:ext cx="8020372" cy="4020000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184DE3-1FDA-4A61-A619-85891EF36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17079"/>
            <a:ext cx="3999291" cy="3279419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B90D60E-C384-49A5-9FEA-7FF716DF9942}"/>
              </a:ext>
            </a:extLst>
          </p:cNvPr>
          <p:cNvCxnSpPr>
            <a:cxnSpLocks/>
          </p:cNvCxnSpPr>
          <p:nvPr/>
        </p:nvCxnSpPr>
        <p:spPr>
          <a:xfrm flipH="1" flipV="1">
            <a:off x="931741" y="4233513"/>
            <a:ext cx="148855" cy="642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0CB25E-107A-4239-840A-9F41D9E2A8E7}"/>
              </a:ext>
            </a:extLst>
          </p:cNvPr>
          <p:cNvSpPr txBox="1"/>
          <p:nvPr/>
        </p:nvSpPr>
        <p:spPr>
          <a:xfrm>
            <a:off x="619124" y="4830686"/>
            <a:ext cx="50630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err="1">
                <a:latin typeface="Arial"/>
                <a:cs typeface="Arial"/>
              </a:rPr>
              <a:t>Assumption</a:t>
            </a:r>
            <a:r>
              <a:rPr lang="ko-KR" altLang="en-US" sz="1600">
                <a:latin typeface="Arial"/>
                <a:cs typeface="Arial"/>
              </a:rPr>
              <a:t>: 3D </a:t>
            </a:r>
            <a:r>
              <a:rPr lang="ko-KR" altLang="en-US" sz="1600" err="1">
                <a:latin typeface="Arial"/>
                <a:cs typeface="Arial"/>
              </a:rPr>
              <a:t>Printer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is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always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working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with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project</a:t>
            </a:r>
            <a:r>
              <a:rPr lang="ko-KR" altLang="en-US" sz="1600">
                <a:latin typeface="Arial"/>
                <a:cs typeface="Arial"/>
              </a:rPr>
              <a:t> </a:t>
            </a:r>
            <a:endParaRPr lang="ko-KR">
              <a:cs typeface="Arial" panose="020B0604020202020204" pitchFamily="34" charset="0"/>
            </a:endParaRPr>
          </a:p>
          <a:p>
            <a:r>
              <a:rPr lang="ko-KR" altLang="en-US" sz="1600">
                <a:latin typeface="Arial"/>
                <a:cs typeface="Arial"/>
              </a:rPr>
              <a:t>                     (</a:t>
            </a:r>
            <a:r>
              <a:rPr lang="ko-KR" altLang="en-US" sz="1600" err="1">
                <a:latin typeface="Arial"/>
                <a:cs typeface="Arial"/>
              </a:rPr>
              <a:t>even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for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other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project</a:t>
            </a:r>
            <a:r>
              <a:rPr lang="ko-KR" altLang="en-US" sz="1600">
                <a:latin typeface="Arial"/>
                <a:cs typeface="Arial"/>
              </a:rPr>
              <a:t>)</a:t>
            </a:r>
            <a:endParaRPr lang="ko-KR">
              <a:cs typeface="Arial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B41388B-7094-4CB9-A3FD-736B696E2594}"/>
              </a:ext>
            </a:extLst>
          </p:cNvPr>
          <p:cNvCxnSpPr/>
          <p:nvPr/>
        </p:nvCxnSpPr>
        <p:spPr>
          <a:xfrm flipH="1">
            <a:off x="1356220" y="3444796"/>
            <a:ext cx="796475" cy="7113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459CC0-7526-4DF8-BCC7-3289AF98556D}"/>
              </a:ext>
            </a:extLst>
          </p:cNvPr>
          <p:cNvSpPr txBox="1"/>
          <p:nvPr/>
        </p:nvSpPr>
        <p:spPr>
          <a:xfrm>
            <a:off x="2135541" y="3235741"/>
            <a:ext cx="18346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err="1">
                <a:latin typeface="Arial"/>
                <a:cs typeface="Arial"/>
              </a:rPr>
              <a:t>Break-Even-Point</a:t>
            </a:r>
            <a:endParaRPr lang="ko-KR" altLang="en-US" sz="1600">
              <a:cs typeface="Arial"/>
            </a:endParaRPr>
          </a:p>
        </p:txBody>
      </p:sp>
      <p:sp>
        <p:nvSpPr>
          <p:cNvPr id="12" name="Datumsplatzhalter 7">
            <a:extLst>
              <a:ext uri="{FF2B5EF4-FFF2-40B4-BE49-F238E27FC236}">
                <a16:creationId xmlns:a16="http://schemas.microsoft.com/office/drawing/2014/main" id="{875651A2-93D6-4271-A6A9-D206E99CC012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</p:spTree>
    <p:extLst>
      <p:ext uri="{BB962C8B-B14F-4D97-AF65-F5344CB8AC3E}">
        <p14:creationId xmlns:p14="http://schemas.microsoft.com/office/powerpoint/2010/main" val="84869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10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IV. Comparison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8465BD2-801E-4F28-AC13-C04ECD2D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96000"/>
            <a:ext cx="8020372" cy="4020000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184DE3-1FDA-4A61-A619-85891EF36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17079"/>
            <a:ext cx="3999291" cy="3279419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B90D60E-C384-49A5-9FEA-7FF716DF9942}"/>
              </a:ext>
            </a:extLst>
          </p:cNvPr>
          <p:cNvCxnSpPr>
            <a:cxnSpLocks/>
          </p:cNvCxnSpPr>
          <p:nvPr/>
        </p:nvCxnSpPr>
        <p:spPr>
          <a:xfrm flipH="1" flipV="1">
            <a:off x="931741" y="4233513"/>
            <a:ext cx="148855" cy="642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0CB25E-107A-4239-840A-9F41D9E2A8E7}"/>
              </a:ext>
            </a:extLst>
          </p:cNvPr>
          <p:cNvSpPr txBox="1"/>
          <p:nvPr/>
        </p:nvSpPr>
        <p:spPr>
          <a:xfrm>
            <a:off x="619124" y="4830686"/>
            <a:ext cx="50630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err="1">
                <a:latin typeface="Arial"/>
                <a:cs typeface="Arial"/>
              </a:rPr>
              <a:t>Assumption</a:t>
            </a:r>
            <a:r>
              <a:rPr lang="ko-KR" altLang="en-US" sz="1600">
                <a:latin typeface="Arial"/>
                <a:cs typeface="Arial"/>
              </a:rPr>
              <a:t>: 3D </a:t>
            </a:r>
            <a:r>
              <a:rPr lang="ko-KR" altLang="en-US" sz="1600" err="1">
                <a:latin typeface="Arial"/>
                <a:cs typeface="Arial"/>
              </a:rPr>
              <a:t>Printer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is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always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working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with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project</a:t>
            </a:r>
            <a:r>
              <a:rPr lang="ko-KR" altLang="en-US" sz="1600">
                <a:latin typeface="Arial"/>
                <a:cs typeface="Arial"/>
              </a:rPr>
              <a:t> </a:t>
            </a:r>
            <a:endParaRPr lang="ko-KR">
              <a:cs typeface="Arial" panose="020B0604020202020204" pitchFamily="34" charset="0"/>
            </a:endParaRPr>
          </a:p>
          <a:p>
            <a:r>
              <a:rPr lang="ko-KR" altLang="en-US" sz="1600">
                <a:latin typeface="Arial"/>
                <a:cs typeface="Arial"/>
              </a:rPr>
              <a:t>                     (</a:t>
            </a:r>
            <a:r>
              <a:rPr lang="ko-KR" altLang="en-US" sz="1600" err="1">
                <a:latin typeface="Arial"/>
                <a:cs typeface="Arial"/>
              </a:rPr>
              <a:t>even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for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other</a:t>
            </a:r>
            <a:r>
              <a:rPr lang="ko-KR" altLang="en-US" sz="1600">
                <a:latin typeface="Arial"/>
                <a:cs typeface="Arial"/>
              </a:rPr>
              <a:t> </a:t>
            </a:r>
            <a:r>
              <a:rPr lang="ko-KR" altLang="en-US" sz="1600" err="1">
                <a:latin typeface="Arial"/>
                <a:cs typeface="Arial"/>
              </a:rPr>
              <a:t>project</a:t>
            </a:r>
            <a:r>
              <a:rPr lang="ko-KR" altLang="en-US" sz="1600">
                <a:latin typeface="Arial"/>
                <a:cs typeface="Arial"/>
              </a:rPr>
              <a:t>)</a:t>
            </a:r>
            <a:endParaRPr lang="ko-KR">
              <a:cs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91D4BB-4BE2-4133-8F3B-9A6C7760BCCC}"/>
              </a:ext>
            </a:extLst>
          </p:cNvPr>
          <p:cNvSpPr/>
          <p:nvPr/>
        </p:nvSpPr>
        <p:spPr>
          <a:xfrm>
            <a:off x="1369197" y="1615304"/>
            <a:ext cx="2812795" cy="2716895"/>
          </a:xfrm>
          <a:prstGeom prst="rect">
            <a:avLst/>
          </a:prstGeom>
          <a:solidFill>
            <a:srgbClr val="0070C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511ABCE-128A-46C8-B880-DAB626663A30}"/>
              </a:ext>
            </a:extLst>
          </p:cNvPr>
          <p:cNvCxnSpPr/>
          <p:nvPr/>
        </p:nvCxnSpPr>
        <p:spPr>
          <a:xfrm>
            <a:off x="1371203" y="1617133"/>
            <a:ext cx="1" cy="2716894"/>
          </a:xfrm>
          <a:prstGeom prst="straightConnector1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8B2D08-32BD-4A56-927D-7717322E3CF9}"/>
              </a:ext>
            </a:extLst>
          </p:cNvPr>
          <p:cNvSpPr/>
          <p:nvPr/>
        </p:nvSpPr>
        <p:spPr>
          <a:xfrm>
            <a:off x="711767" y="1615243"/>
            <a:ext cx="657286" cy="2716895"/>
          </a:xfrm>
          <a:prstGeom prst="rect">
            <a:avLst/>
          </a:prstGeom>
          <a:solidFill>
            <a:srgbClr val="00B1AC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290991-FC41-4BDD-B7DB-7111C68577EC}"/>
              </a:ext>
            </a:extLst>
          </p:cNvPr>
          <p:cNvSpPr txBox="1"/>
          <p:nvPr/>
        </p:nvSpPr>
        <p:spPr>
          <a:xfrm>
            <a:off x="703530" y="1619411"/>
            <a:ext cx="4330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solidFill>
                  <a:srgbClr val="FF6600"/>
                </a:solidFill>
                <a:latin typeface="Arial"/>
                <a:cs typeface="Arial"/>
              </a:rPr>
              <a:t>'</a:t>
            </a:r>
            <a:r>
              <a:rPr lang="ko-KR" altLang="en-US" err="1">
                <a:solidFill>
                  <a:srgbClr val="FF6600"/>
                </a:solidFill>
                <a:latin typeface="Arial"/>
                <a:cs typeface="Arial"/>
              </a:rPr>
              <a:t>A</a:t>
            </a:r>
            <a:r>
              <a:rPr lang="ko-KR" altLang="en-US">
                <a:solidFill>
                  <a:srgbClr val="FF6600"/>
                </a:solidFill>
                <a:latin typeface="Arial"/>
                <a:cs typeface="Arial"/>
              </a:rPr>
              <a:t>'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A9FE8F-FFC9-456D-AA73-ACB81B3A529E}"/>
              </a:ext>
            </a:extLst>
          </p:cNvPr>
          <p:cNvSpPr txBox="1"/>
          <p:nvPr/>
        </p:nvSpPr>
        <p:spPr>
          <a:xfrm>
            <a:off x="1370619" y="1619472"/>
            <a:ext cx="4330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solidFill>
                  <a:srgbClr val="FF6600"/>
                </a:solidFill>
                <a:latin typeface="Arial"/>
                <a:cs typeface="Arial"/>
              </a:rPr>
              <a:t>'</a:t>
            </a:r>
            <a:r>
              <a:rPr lang="ko-KR" altLang="en-US" err="1">
                <a:solidFill>
                  <a:srgbClr val="FF6600"/>
                </a:solidFill>
                <a:latin typeface="Arial"/>
                <a:cs typeface="Arial"/>
              </a:rPr>
              <a:t>B</a:t>
            </a:r>
            <a:r>
              <a:rPr lang="ko-KR" altLang="en-US">
                <a:solidFill>
                  <a:srgbClr val="FF6600"/>
                </a:solidFill>
                <a:latin typeface="Arial"/>
                <a:cs typeface="Arial"/>
              </a:rPr>
              <a:t>'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5B852-9C08-4A26-A2D3-8F93F6859B02}"/>
              </a:ext>
            </a:extLst>
          </p:cNvPr>
          <p:cNvSpPr txBox="1"/>
          <p:nvPr/>
        </p:nvSpPr>
        <p:spPr>
          <a:xfrm>
            <a:off x="4335814" y="1470703"/>
            <a:ext cx="2289409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ko-KR" sz="1600">
                <a:solidFill>
                  <a:srgbClr val="FF6600"/>
                </a:solidFill>
                <a:latin typeface="Arial"/>
                <a:cs typeface="Arial"/>
              </a:rPr>
              <a:t>'A' area (Quantity &lt; 19)</a:t>
            </a:r>
            <a:endParaRPr lang="ko-KR" sz="1600">
              <a:solidFill>
                <a:srgbClr val="FF6600"/>
              </a:solidFill>
              <a:cs typeface="Arial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B41388B-7094-4CB9-A3FD-736B696E2594}"/>
              </a:ext>
            </a:extLst>
          </p:cNvPr>
          <p:cNvCxnSpPr/>
          <p:nvPr/>
        </p:nvCxnSpPr>
        <p:spPr>
          <a:xfrm flipH="1">
            <a:off x="1356220" y="3444796"/>
            <a:ext cx="796475" cy="7113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459CC0-7526-4DF8-BCC7-3289AF98556D}"/>
              </a:ext>
            </a:extLst>
          </p:cNvPr>
          <p:cNvSpPr txBox="1"/>
          <p:nvPr/>
        </p:nvSpPr>
        <p:spPr>
          <a:xfrm>
            <a:off x="2135541" y="3235741"/>
            <a:ext cx="18346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err="1">
                <a:latin typeface="Arial"/>
                <a:cs typeface="Arial"/>
              </a:rPr>
              <a:t>Break-Even-Point</a:t>
            </a:r>
            <a:endParaRPr lang="ko-KR" altLang="en-US" sz="1600"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F6A46-9061-48A1-91C9-FCC44F54C318}"/>
              </a:ext>
            </a:extLst>
          </p:cNvPr>
          <p:cNvSpPr txBox="1"/>
          <p:nvPr/>
        </p:nvSpPr>
        <p:spPr>
          <a:xfrm>
            <a:off x="4376435" y="3065647"/>
            <a:ext cx="2289409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ko-KR" sz="1600">
                <a:solidFill>
                  <a:srgbClr val="FF6600"/>
                </a:solidFill>
                <a:latin typeface="Arial"/>
                <a:cs typeface="Arial"/>
              </a:rPr>
              <a:t>'B' area (Quantity &gt; 19)</a:t>
            </a:r>
            <a:endParaRPr lang="ko-KR" sz="1600">
              <a:solidFill>
                <a:srgbClr val="FF6600"/>
              </a:solidFill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9625F-9457-4034-A97B-41FC9BE837D9}"/>
              </a:ext>
            </a:extLst>
          </p:cNvPr>
          <p:cNvSpPr txBox="1"/>
          <p:nvPr/>
        </p:nvSpPr>
        <p:spPr>
          <a:xfrm>
            <a:off x="4503582" y="1814967"/>
            <a:ext cx="39417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latin typeface="Arial"/>
                <a:cs typeface="Arial"/>
              </a:rPr>
              <a:t>- </a:t>
            </a:r>
            <a:r>
              <a:rPr lang="ko-KR" altLang="en-US" sz="1200" err="1">
                <a:latin typeface="Arial"/>
                <a:cs typeface="Arial"/>
              </a:rPr>
              <a:t>Conventional</a:t>
            </a:r>
            <a:r>
              <a:rPr lang="ko-KR" altLang="en-US" sz="1200">
                <a:latin typeface="Arial"/>
                <a:cs typeface="Arial"/>
              </a:rPr>
              <a:t> : </a:t>
            </a:r>
            <a:r>
              <a:rPr lang="ko-KR" altLang="en-US" sz="1200" err="1">
                <a:latin typeface="Arial"/>
                <a:cs typeface="Arial"/>
              </a:rPr>
              <a:t>Exponentially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decreasing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price</a:t>
            </a:r>
            <a:r>
              <a:rPr lang="ko-KR" altLang="en-US" sz="1200">
                <a:latin typeface="Arial"/>
                <a:cs typeface="Arial"/>
              </a:rPr>
              <a:t>, </a:t>
            </a:r>
          </a:p>
          <a:p>
            <a:r>
              <a:rPr lang="ko-KR" altLang="en-US" sz="1200">
                <a:latin typeface="Arial"/>
                <a:cs typeface="Arial"/>
              </a:rPr>
              <a:t>                           </a:t>
            </a:r>
            <a:r>
              <a:rPr lang="ko-KR" altLang="en-US" sz="1200" err="1">
                <a:latin typeface="Arial"/>
                <a:cs typeface="Arial"/>
              </a:rPr>
              <a:t>Higher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price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due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to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initial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investment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11C8C-A2D2-4D94-9AB2-5E1AD34C935D}"/>
              </a:ext>
            </a:extLst>
          </p:cNvPr>
          <p:cNvSpPr txBox="1"/>
          <p:nvPr/>
        </p:nvSpPr>
        <p:spPr>
          <a:xfrm>
            <a:off x="4534611" y="2298326"/>
            <a:ext cx="39417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latin typeface="Arial"/>
                <a:cs typeface="Arial"/>
              </a:rPr>
              <a:t>- AM : </a:t>
            </a:r>
            <a:r>
              <a:rPr lang="ko-KR" altLang="en-US" sz="1200" err="1">
                <a:latin typeface="Arial"/>
                <a:cs typeface="Arial"/>
              </a:rPr>
              <a:t>Constant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price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due</a:t>
            </a:r>
            <a:r>
              <a:rPr lang="ko-KR" altLang="en-US" sz="1200">
                <a:latin typeface="Arial"/>
                <a:cs typeface="Arial"/>
              </a:rPr>
              <a:t> </a:t>
            </a:r>
            <a:r>
              <a:rPr lang="ko-KR" altLang="en-US" sz="1200" err="1">
                <a:latin typeface="Arial"/>
                <a:cs typeface="Arial"/>
              </a:rPr>
              <a:t>to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the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characteristic</a:t>
            </a:r>
            <a:r>
              <a:rPr lang="ko-KR" altLang="en-US" sz="1200">
                <a:latin typeface="Arial"/>
                <a:cs typeface="Arial"/>
              </a:rPr>
              <a:t>,</a:t>
            </a:r>
          </a:p>
          <a:p>
            <a:r>
              <a:rPr lang="ko-KR" altLang="en-US" sz="1200">
                <a:latin typeface="Arial"/>
                <a:cs typeface="Arial"/>
              </a:rPr>
              <a:t>           </a:t>
            </a:r>
            <a:r>
              <a:rPr lang="ko-KR" altLang="en-US" sz="1200" err="1">
                <a:latin typeface="Arial"/>
                <a:cs typeface="Arial"/>
              </a:rPr>
              <a:t>Lower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initial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investment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99A69A-BB4F-4A13-A37D-4EEF1C090D48}"/>
              </a:ext>
            </a:extLst>
          </p:cNvPr>
          <p:cNvSpPr txBox="1"/>
          <p:nvPr/>
        </p:nvSpPr>
        <p:spPr>
          <a:xfrm>
            <a:off x="4573258" y="3409911"/>
            <a:ext cx="39417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latin typeface="Arial"/>
                <a:cs typeface="Arial"/>
              </a:rPr>
              <a:t>- </a:t>
            </a:r>
            <a:r>
              <a:rPr lang="ko-KR" altLang="en-US" sz="1200" err="1">
                <a:latin typeface="Arial"/>
                <a:cs typeface="Arial"/>
              </a:rPr>
              <a:t>Conventional</a:t>
            </a:r>
            <a:r>
              <a:rPr lang="ko-KR" altLang="en-US" sz="1200">
                <a:latin typeface="Arial"/>
                <a:cs typeface="Arial"/>
              </a:rPr>
              <a:t> : </a:t>
            </a:r>
            <a:r>
              <a:rPr lang="ko-KR" altLang="en-US" sz="1200" err="1">
                <a:latin typeface="Arial"/>
                <a:cs typeface="Arial"/>
              </a:rPr>
              <a:t>Lower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price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after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break-even-point</a:t>
            </a:r>
            <a:r>
              <a:rPr lang="ko-KR" altLang="en-US" sz="1200">
                <a:latin typeface="Arial"/>
                <a:cs typeface="Arial"/>
              </a:rPr>
              <a:t>, </a:t>
            </a:r>
          </a:p>
          <a:p>
            <a:r>
              <a:rPr lang="ko-KR" altLang="en-US" sz="1200">
                <a:latin typeface="Arial"/>
                <a:cs typeface="Arial"/>
              </a:rPr>
              <a:t>                           </a:t>
            </a:r>
            <a:r>
              <a:rPr lang="ko-KR" altLang="en-US" sz="1200" err="1">
                <a:latin typeface="Arial"/>
                <a:cs typeface="Arial"/>
              </a:rPr>
              <a:t>Price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converses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to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certain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level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A6B9C-D6C9-421D-AB1E-3F649EA270AB}"/>
              </a:ext>
            </a:extLst>
          </p:cNvPr>
          <p:cNvSpPr txBox="1"/>
          <p:nvPr/>
        </p:nvSpPr>
        <p:spPr>
          <a:xfrm>
            <a:off x="4575316" y="3883604"/>
            <a:ext cx="39417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latin typeface="Arial"/>
                <a:cs typeface="Arial"/>
              </a:rPr>
              <a:t>- AM : </a:t>
            </a:r>
            <a:r>
              <a:rPr lang="ko-KR" altLang="en-US" sz="1200" err="1">
                <a:latin typeface="Arial"/>
                <a:cs typeface="Arial"/>
              </a:rPr>
              <a:t>Constant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price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due</a:t>
            </a:r>
            <a:r>
              <a:rPr lang="ko-KR" altLang="en-US" sz="1200">
                <a:latin typeface="Arial"/>
                <a:cs typeface="Arial"/>
              </a:rPr>
              <a:t> </a:t>
            </a:r>
            <a:r>
              <a:rPr lang="ko-KR" altLang="en-US" sz="1200" err="1">
                <a:latin typeface="Arial"/>
                <a:cs typeface="Arial"/>
              </a:rPr>
              <a:t>to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the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characteristic</a:t>
            </a:r>
            <a:r>
              <a:rPr lang="ko-KR" altLang="en-US" sz="1200">
                <a:latin typeface="Arial"/>
                <a:cs typeface="Arial"/>
              </a:rPr>
              <a:t>,</a:t>
            </a:r>
          </a:p>
          <a:p>
            <a:r>
              <a:rPr lang="ko-KR" altLang="en-US" sz="1200">
                <a:latin typeface="Arial"/>
                <a:cs typeface="Arial"/>
              </a:rPr>
              <a:t>           </a:t>
            </a:r>
            <a:r>
              <a:rPr lang="ko-KR" altLang="en-US" sz="1200" err="1">
                <a:latin typeface="Arial"/>
                <a:cs typeface="Arial"/>
              </a:rPr>
              <a:t>Not</a:t>
            </a:r>
            <a:r>
              <a:rPr lang="ko-KR" altLang="en-US" sz="1200">
                <a:latin typeface="Arial"/>
                <a:cs typeface="Arial"/>
              </a:rPr>
              <a:t> </a:t>
            </a:r>
            <a:r>
              <a:rPr lang="ko-KR" altLang="en-US" sz="1200" err="1">
                <a:latin typeface="Arial"/>
                <a:cs typeface="Arial"/>
              </a:rPr>
              <a:t>economical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any</a:t>
            </a:r>
            <a:r>
              <a:rPr lang="ko-KR" altLang="en-US" sz="1200">
                <a:latin typeface="Arial"/>
                <a:cs typeface="Arial"/>
              </a:rPr>
              <a:t> </a:t>
            </a:r>
            <a:r>
              <a:rPr lang="ko-KR" altLang="en-US" sz="1200" err="1">
                <a:latin typeface="Arial"/>
                <a:cs typeface="Arial"/>
              </a:rPr>
              <a:t>more</a:t>
            </a:r>
          </a:p>
        </p:txBody>
      </p:sp>
      <p:sp>
        <p:nvSpPr>
          <p:cNvPr id="24" name="Datumsplatzhalter 7">
            <a:extLst>
              <a:ext uri="{FF2B5EF4-FFF2-40B4-BE49-F238E27FC236}">
                <a16:creationId xmlns:a16="http://schemas.microsoft.com/office/drawing/2014/main" id="{AAED61F7-D613-4D74-A85F-C3BB1D7ADF26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</p:spTree>
    <p:extLst>
      <p:ext uri="{BB962C8B-B14F-4D97-AF65-F5344CB8AC3E}">
        <p14:creationId xmlns:p14="http://schemas.microsoft.com/office/powerpoint/2010/main" val="175119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11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latin typeface="Verdana"/>
                <a:ea typeface="굴림"/>
              </a:rPr>
              <a:t>V. Business Case Study</a:t>
            </a: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3406B1CD-BFBF-4020-86ED-FD10F745E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799601"/>
              </p:ext>
            </p:extLst>
          </p:nvPr>
        </p:nvGraphicFramePr>
        <p:xfrm>
          <a:off x="1143100" y="1705372"/>
          <a:ext cx="7200800" cy="1008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다이어그램 9">
            <a:extLst>
              <a:ext uri="{FF2B5EF4-FFF2-40B4-BE49-F238E27FC236}">
                <a16:creationId xmlns:a16="http://schemas.microsoft.com/office/drawing/2014/main" id="{3078BDF8-441E-49C7-B3FA-0447451ED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446764"/>
              </p:ext>
            </p:extLst>
          </p:nvPr>
        </p:nvGraphicFramePr>
        <p:xfrm>
          <a:off x="1143100" y="3072383"/>
          <a:ext cx="7200800" cy="555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1417379-BD7F-4CC9-B364-0773412C5231}"/>
              </a:ext>
            </a:extLst>
          </p:cNvPr>
          <p:cNvCxnSpPr>
            <a:cxnSpLocks/>
          </p:cNvCxnSpPr>
          <p:nvPr/>
        </p:nvCxnSpPr>
        <p:spPr>
          <a:xfrm>
            <a:off x="1187624" y="2418605"/>
            <a:ext cx="0" cy="65377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A7AC5DE-5D3E-43F3-A13C-46A39090FA08}"/>
              </a:ext>
            </a:extLst>
          </p:cNvPr>
          <p:cNvCxnSpPr>
            <a:cxnSpLocks/>
          </p:cNvCxnSpPr>
          <p:nvPr/>
        </p:nvCxnSpPr>
        <p:spPr>
          <a:xfrm>
            <a:off x="2123728" y="2418605"/>
            <a:ext cx="749932" cy="65060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D13103A-0179-4747-BB6C-4D8817DB95D7}"/>
              </a:ext>
            </a:extLst>
          </p:cNvPr>
          <p:cNvCxnSpPr>
            <a:cxnSpLocks/>
          </p:cNvCxnSpPr>
          <p:nvPr/>
        </p:nvCxnSpPr>
        <p:spPr>
          <a:xfrm>
            <a:off x="3154363" y="2418605"/>
            <a:ext cx="1460435" cy="65060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04F14D-B5DE-419C-BB5E-894C6A7695D9}"/>
              </a:ext>
            </a:extLst>
          </p:cNvPr>
          <p:cNvCxnSpPr>
            <a:cxnSpLocks/>
          </p:cNvCxnSpPr>
          <p:nvPr/>
        </p:nvCxnSpPr>
        <p:spPr>
          <a:xfrm flipH="1">
            <a:off x="6410202" y="2440010"/>
            <a:ext cx="754086" cy="62919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D029D8E-5F0C-4F81-A915-32A010AC72B0}"/>
              </a:ext>
            </a:extLst>
          </p:cNvPr>
          <p:cNvCxnSpPr>
            <a:cxnSpLocks/>
          </p:cNvCxnSpPr>
          <p:nvPr/>
        </p:nvCxnSpPr>
        <p:spPr>
          <a:xfrm flipH="1">
            <a:off x="8045450" y="2440010"/>
            <a:ext cx="55565" cy="62919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70BEB40-ECC1-4AAB-A2C9-0C8EB614A5BD}"/>
              </a:ext>
            </a:extLst>
          </p:cNvPr>
          <p:cNvSpPr txBox="1"/>
          <p:nvPr/>
        </p:nvSpPr>
        <p:spPr>
          <a:xfrm>
            <a:off x="420540" y="3150163"/>
            <a:ext cx="62554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FF6600"/>
                </a:solidFill>
              </a:rPr>
              <a:t>AM</a:t>
            </a:r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F6DFEF-A6A7-413D-845B-FB49BCF8395C}"/>
              </a:ext>
            </a:extLst>
          </p:cNvPr>
          <p:cNvSpPr txBox="1"/>
          <p:nvPr/>
        </p:nvSpPr>
        <p:spPr>
          <a:xfrm>
            <a:off x="323528" y="2009373"/>
            <a:ext cx="81957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FF6600"/>
                </a:solidFill>
              </a:rPr>
              <a:t>Cast</a:t>
            </a:r>
            <a:endParaRPr lang="ko-KR" altLang="en-US" sz="2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EECD98-9016-44DD-8EEC-01EF0D71A782}"/>
              </a:ext>
            </a:extLst>
          </p:cNvPr>
          <p:cNvSpPr txBox="1"/>
          <p:nvPr/>
        </p:nvSpPr>
        <p:spPr>
          <a:xfrm>
            <a:off x="5004048" y="3570563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FF0000"/>
                </a:solidFill>
              </a:rPr>
              <a:t>1146.23 </a:t>
            </a:r>
            <a:r>
              <a:rPr lang="ko-KR" altLang="en-US" sz="1800">
                <a:solidFill>
                  <a:srgbClr val="FF0000"/>
                </a:solidFill>
              </a:rPr>
              <a:t>€</a:t>
            </a:r>
            <a:endParaRPr lang="en-US" altLang="ko-KR" sz="180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20DB2C-45F4-4EAA-A413-D3CB7D5FD4A0}"/>
              </a:ext>
            </a:extLst>
          </p:cNvPr>
          <p:cNvSpPr txBox="1"/>
          <p:nvPr/>
        </p:nvSpPr>
        <p:spPr>
          <a:xfrm>
            <a:off x="3612455" y="3571206"/>
            <a:ext cx="50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0 </a:t>
            </a:r>
            <a:r>
              <a:rPr lang="ko-KR" altLang="en-US" sz="1800"/>
              <a:t>€</a:t>
            </a:r>
            <a:endParaRPr lang="en-US" altLang="ko-KR" sz="1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C49927-44D9-42E0-94C9-8CA94CD1870E}"/>
              </a:ext>
            </a:extLst>
          </p:cNvPr>
          <p:cNvSpPr txBox="1"/>
          <p:nvPr/>
        </p:nvSpPr>
        <p:spPr>
          <a:xfrm>
            <a:off x="1400591" y="2341299"/>
            <a:ext cx="9666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0 </a:t>
            </a:r>
            <a:r>
              <a:rPr lang="ko-KR" altLang="en-US" sz="1800"/>
              <a:t>€</a:t>
            </a:r>
            <a:endParaRPr lang="en-US" altLang="ko-KR" sz="1800"/>
          </a:p>
          <a:p>
            <a:r>
              <a:rPr lang="en-US" altLang="ko-KR" sz="1200"/>
              <a:t>(+</a:t>
            </a:r>
            <a:r>
              <a:rPr lang="en-US" altLang="ko-KR" sz="1200">
                <a:solidFill>
                  <a:srgbClr val="FF0000"/>
                </a:solidFill>
              </a:rPr>
              <a:t>22,500</a:t>
            </a:r>
            <a:r>
              <a:rPr lang="ko-KR" altLang="en-US" sz="1200">
                <a:solidFill>
                  <a:srgbClr val="FF0000"/>
                </a:solidFill>
              </a:rPr>
              <a:t> €</a:t>
            </a:r>
            <a:r>
              <a:rPr lang="en-US" altLang="ko-KR" sz="120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43714-1B3D-464C-AFA9-80680EC5FD68}"/>
              </a:ext>
            </a:extLst>
          </p:cNvPr>
          <p:cNvSpPr txBox="1"/>
          <p:nvPr/>
        </p:nvSpPr>
        <p:spPr>
          <a:xfrm>
            <a:off x="2463800" y="2341299"/>
            <a:ext cx="501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0 </a:t>
            </a:r>
            <a:r>
              <a:rPr lang="ko-KR" altLang="en-US" sz="1800"/>
              <a:t>€</a:t>
            </a:r>
            <a:endParaRPr lang="en-US" altLang="ko-KR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E039B-FC94-4D54-86D7-7F32E1DC7383}"/>
              </a:ext>
            </a:extLst>
          </p:cNvPr>
          <p:cNvSpPr txBox="1"/>
          <p:nvPr/>
        </p:nvSpPr>
        <p:spPr>
          <a:xfrm>
            <a:off x="3580271" y="23441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>
                <a:solidFill>
                  <a:srgbClr val="FF0000"/>
                </a:solidFill>
              </a:rPr>
              <a:t>8.753</a:t>
            </a:r>
            <a:r>
              <a:rPr lang="ko-KR" altLang="en-US" sz="1800">
                <a:solidFill>
                  <a:srgbClr val="FF0000"/>
                </a:solidFill>
              </a:rPr>
              <a:t>€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C1E0F5-F4F1-4E61-81BB-CCF99DFC4164}"/>
              </a:ext>
            </a:extLst>
          </p:cNvPr>
          <p:cNvSpPr txBox="1"/>
          <p:nvPr/>
        </p:nvSpPr>
        <p:spPr>
          <a:xfrm>
            <a:off x="4810546" y="2341299"/>
            <a:ext cx="913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rgbClr val="FF0000"/>
                </a:solidFill>
              </a:rPr>
              <a:t>14.64</a:t>
            </a:r>
            <a:r>
              <a:rPr lang="ko-KR" altLang="en-US" sz="1800">
                <a:solidFill>
                  <a:srgbClr val="FF0000"/>
                </a:solidFill>
              </a:rPr>
              <a:t>€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B384B9-6528-4A11-BEBB-CAB24CE5F32C}"/>
              </a:ext>
            </a:extLst>
          </p:cNvPr>
          <p:cNvSpPr txBox="1"/>
          <p:nvPr/>
        </p:nvSpPr>
        <p:spPr>
          <a:xfrm>
            <a:off x="7367639" y="2341299"/>
            <a:ext cx="773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53.7</a:t>
            </a:r>
            <a:r>
              <a:rPr lang="ko-KR" altLang="en-US" sz="1800"/>
              <a:t>€</a:t>
            </a:r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2061D0-A2D8-441E-AA58-FD2B3F1799A8}"/>
              </a:ext>
            </a:extLst>
          </p:cNvPr>
          <p:cNvSpPr txBox="1"/>
          <p:nvPr/>
        </p:nvSpPr>
        <p:spPr>
          <a:xfrm>
            <a:off x="7118143" y="3570563"/>
            <a:ext cx="665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80 </a:t>
            </a:r>
            <a:r>
              <a:rPr lang="ko-KR" altLang="en-US" sz="1800"/>
              <a:t>€</a:t>
            </a:r>
            <a:endParaRPr lang="ko-KR" altLang="en-US"/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ED64EC6C-0858-4FE4-859A-93FD32F103C4}"/>
              </a:ext>
            </a:extLst>
          </p:cNvPr>
          <p:cNvSpPr txBox="1"/>
          <p:nvPr/>
        </p:nvSpPr>
        <p:spPr>
          <a:xfrm>
            <a:off x="443193" y="4454792"/>
            <a:ext cx="700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ko-KR" sz="1200"/>
              <a:t>- Initial Investment: Cast &gt; AM = proper for massive production</a:t>
            </a:r>
          </a:p>
          <a:p>
            <a:r>
              <a:rPr lang="en-US" altLang="ko-KR" sz="1200"/>
              <a:t>- Cost per part: AM &lt; Cast = proper for small lot size production</a:t>
            </a:r>
            <a:endParaRPr lang="ko-KR" altLang="en-US" sz="1200"/>
          </a:p>
        </p:txBody>
      </p:sp>
      <p:sp>
        <p:nvSpPr>
          <p:cNvPr id="27" name="Datumsplatzhalter 7">
            <a:extLst>
              <a:ext uri="{FF2B5EF4-FFF2-40B4-BE49-F238E27FC236}">
                <a16:creationId xmlns:a16="http://schemas.microsoft.com/office/drawing/2014/main" id="{A2DF1237-A920-4373-9BB4-CA3DBFF0008D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3414DB-030A-47F4-95EA-C64A2036B48B}"/>
              </a:ext>
            </a:extLst>
          </p:cNvPr>
          <p:cNvSpPr txBox="1"/>
          <p:nvPr/>
        </p:nvSpPr>
        <p:spPr>
          <a:xfrm>
            <a:off x="1532020" y="3570563"/>
            <a:ext cx="966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0 </a:t>
            </a:r>
            <a:r>
              <a:rPr lang="ko-KR" altLang="en-US" sz="1800"/>
              <a:t>€</a:t>
            </a:r>
            <a:endParaRPr lang="en-US" altLang="ko-KR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233AFB-D479-417A-9622-B70C7B7AA922}"/>
              </a:ext>
            </a:extLst>
          </p:cNvPr>
          <p:cNvSpPr txBox="1"/>
          <p:nvPr/>
        </p:nvSpPr>
        <p:spPr>
          <a:xfrm>
            <a:off x="251520" y="4153644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+mj-lt"/>
              </a:rPr>
              <a:t>2. Profitability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BCD2AB-B464-48B1-B18B-96CC5B31F58F}"/>
              </a:ext>
            </a:extLst>
          </p:cNvPr>
          <p:cNvSpPr txBox="1"/>
          <p:nvPr/>
        </p:nvSpPr>
        <p:spPr>
          <a:xfrm>
            <a:off x="251520" y="1535509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+mj-lt"/>
              </a:rPr>
              <a:t>1. Tendency</a:t>
            </a:r>
          </a:p>
        </p:txBody>
      </p:sp>
    </p:spTree>
    <p:extLst>
      <p:ext uri="{BB962C8B-B14F-4D97-AF65-F5344CB8AC3E}">
        <p14:creationId xmlns:p14="http://schemas.microsoft.com/office/powerpoint/2010/main" val="267462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12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0BB68-87B6-4CE7-86AC-6DAE08CF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24" y="1296000"/>
            <a:ext cx="8064000" cy="7515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/>
              </a:rPr>
              <a:t>Q. What components or products might be most suitable for AM based on what you have calculated and found?</a:t>
            </a: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 panose="02020603050405020304" pitchFamily="18" charset="0"/>
              </a:rPr>
              <a:t>   </a:t>
            </a: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VI. Conclusion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03216D-F3A7-410D-B6D1-2C6527F39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953016"/>
            <a:ext cx="3836396" cy="2437639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4079D59-B5E4-46FE-A432-7580F38918D4}"/>
              </a:ext>
            </a:extLst>
          </p:cNvPr>
          <p:cNvSpPr/>
          <p:nvPr/>
        </p:nvSpPr>
        <p:spPr>
          <a:xfrm>
            <a:off x="1626208" y="3146831"/>
            <a:ext cx="583456" cy="18440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328F43E-A47F-424B-B4D0-0F967C46DA66}"/>
              </a:ext>
            </a:extLst>
          </p:cNvPr>
          <p:cNvSpPr txBox="1">
            <a:spLocks/>
          </p:cNvSpPr>
          <p:nvPr/>
        </p:nvSpPr>
        <p:spPr bwMode="auto">
          <a:xfrm>
            <a:off x="322234" y="2299004"/>
            <a:ext cx="8054335" cy="38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latinLnBrk="1" hangingPunct="1"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0" indent="0" algn="l" rtl="0" eaLnBrk="1" fontAlgn="base" latinLnBrk="1" hangingPunct="1">
              <a:spcBef>
                <a:spcPts val="1667"/>
              </a:spcBef>
              <a:spcAft>
                <a:spcPct val="0"/>
              </a:spcAft>
              <a:buNone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603226" indent="-30690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&gt;"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0" indent="0" algn="l" rtl="0" eaLnBrk="1" fontAlgn="base" latinLnBrk="1" hangingPunct="1">
              <a:spcBef>
                <a:spcPts val="1333"/>
              </a:spcBef>
              <a:spcAft>
                <a:spcPct val="0"/>
              </a:spcAft>
              <a:buFontTx/>
              <a:buNone/>
              <a:defRPr sz="1333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603226" indent="-30690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&gt;"/>
              <a:defRPr sz="1333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095416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latin typeface="+mj-lt"/>
                <a:cs typeface="Times New Roman"/>
              </a:rPr>
              <a:t>A1. Small volume parts for prototyping or design check  (e.g. PROTO - APQP)</a:t>
            </a: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j-lt"/>
                <a:cs typeface="Times New Roman"/>
              </a:rPr>
              <a:t>   </a:t>
            </a: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F1E4201-B28C-4175-B5E5-792E0CCAF013}"/>
              </a:ext>
            </a:extLst>
          </p:cNvPr>
          <p:cNvSpPr txBox="1">
            <a:spLocks/>
          </p:cNvSpPr>
          <p:nvPr/>
        </p:nvSpPr>
        <p:spPr bwMode="auto">
          <a:xfrm>
            <a:off x="1637320" y="2763031"/>
            <a:ext cx="1278496" cy="304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latinLnBrk="1" hangingPunct="1"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0" indent="0" algn="l" rtl="0" eaLnBrk="1" fontAlgn="base" latinLnBrk="1" hangingPunct="1">
              <a:spcBef>
                <a:spcPts val="1667"/>
              </a:spcBef>
              <a:spcAft>
                <a:spcPct val="0"/>
              </a:spcAft>
              <a:buNone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603226" indent="-30690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&gt;"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0" indent="0" algn="l" rtl="0" eaLnBrk="1" fontAlgn="base" latinLnBrk="1" hangingPunct="1">
              <a:spcBef>
                <a:spcPts val="1333"/>
              </a:spcBef>
              <a:spcAft>
                <a:spcPct val="0"/>
              </a:spcAft>
              <a:buFontTx/>
              <a:buNone/>
              <a:defRPr sz="1333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603226" indent="-30690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&gt;"/>
              <a:defRPr sz="1333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095416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rgbClr val="00B1AC"/>
                </a:solidFill>
                <a:latin typeface="+mj-lt"/>
                <a:cs typeface="Times New Roman"/>
              </a:rPr>
              <a:t>APQP work flow</a:t>
            </a:r>
            <a:endParaRPr lang="ko-KR" altLang="en-US">
              <a:solidFill>
                <a:srgbClr val="00B1AC"/>
              </a:solidFill>
            </a:endParaRPr>
          </a:p>
        </p:txBody>
      </p:sp>
      <p:sp>
        <p:nvSpPr>
          <p:cNvPr id="11" name="Datumsplatzhalter 7">
            <a:extLst>
              <a:ext uri="{FF2B5EF4-FFF2-40B4-BE49-F238E27FC236}">
                <a16:creationId xmlns:a16="http://schemas.microsoft.com/office/drawing/2014/main" id="{C31E3623-A970-4182-983D-E7C70CBB7B7D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  <p:graphicFrame>
        <p:nvGraphicFramePr>
          <p:cNvPr id="13" name="표 3">
            <a:extLst>
              <a:ext uri="{FF2B5EF4-FFF2-40B4-BE49-F238E27FC236}">
                <a16:creationId xmlns:a16="http://schemas.microsoft.com/office/drawing/2014/main" id="{CE2B5768-F7C3-40E5-ABE3-A3C6899E2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787452"/>
              </p:ext>
            </p:extLst>
          </p:nvPr>
        </p:nvGraphicFramePr>
        <p:xfrm>
          <a:off x="4283968" y="3078057"/>
          <a:ext cx="4392485" cy="2119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0279">
                  <a:extLst>
                    <a:ext uri="{9D8B030D-6E8A-4147-A177-3AD203B41FA5}">
                      <a16:colId xmlns:a16="http://schemas.microsoft.com/office/drawing/2014/main" val="2003013556"/>
                    </a:ext>
                  </a:extLst>
                </a:gridCol>
                <a:gridCol w="1160279">
                  <a:extLst>
                    <a:ext uri="{9D8B030D-6E8A-4147-A177-3AD203B41FA5}">
                      <a16:colId xmlns:a16="http://schemas.microsoft.com/office/drawing/2014/main" val="1075984884"/>
                    </a:ext>
                  </a:extLst>
                </a:gridCol>
                <a:gridCol w="1077402">
                  <a:extLst>
                    <a:ext uri="{9D8B030D-6E8A-4147-A177-3AD203B41FA5}">
                      <a16:colId xmlns:a16="http://schemas.microsoft.com/office/drawing/2014/main" val="3516363969"/>
                    </a:ext>
                  </a:extLst>
                </a:gridCol>
                <a:gridCol w="994525">
                  <a:extLst>
                    <a:ext uri="{9D8B030D-6E8A-4147-A177-3AD203B41FA5}">
                      <a16:colId xmlns:a16="http://schemas.microsoft.com/office/drawing/2014/main" val="664756428"/>
                    </a:ext>
                  </a:extLst>
                </a:gridCol>
              </a:tblGrid>
              <a:tr h="31788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E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Proto</a:t>
                      </a:r>
                      <a:endParaRPr lang="ko-KR" altLang="en-US" sz="1200" b="1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E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P1</a:t>
                      </a:r>
                      <a:endParaRPr lang="ko-KR" altLang="en-US" sz="1200" b="1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E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P2</a:t>
                      </a:r>
                      <a:endParaRPr lang="ko-KR" altLang="en-US" sz="1200" b="1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20734"/>
                  </a:ext>
                </a:extLst>
              </a:tr>
              <a:tr h="370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Tool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No system tool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System tool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System tool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1337282"/>
                  </a:ext>
                </a:extLst>
              </a:tr>
              <a:tr h="4869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Worker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No specific worker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Line worker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348256"/>
                  </a:ext>
                </a:extLst>
              </a:tr>
              <a:tr h="4869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Hand made, modified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Mold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Mold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5693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Lot size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&lt;100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&gt;100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888262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C8A62E-869F-4A62-BFAD-BF3F8FCC2866}"/>
              </a:ext>
            </a:extLst>
          </p:cNvPr>
          <p:cNvSpPr/>
          <p:nvPr/>
        </p:nvSpPr>
        <p:spPr>
          <a:xfrm>
            <a:off x="5437680" y="3067641"/>
            <a:ext cx="1156268" cy="21301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745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13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0BB68-87B6-4CE7-86AC-6DAE08CF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24" y="1296000"/>
            <a:ext cx="8064000" cy="7515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/>
              </a:rPr>
              <a:t>Q. What components or products might be most suitable for AM based on what you have calculated and found?</a:t>
            </a: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+mj-lt"/>
                <a:cs typeface="Times New Roman" panose="02020603050405020304" pitchFamily="18" charset="0"/>
              </a:rPr>
              <a:t>   </a:t>
            </a: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>
              <a:latin typeface="+mj-lt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11" y="399000"/>
            <a:ext cx="6720417" cy="718865"/>
          </a:xfrm>
        </p:spPr>
        <p:txBody>
          <a:bodyPr/>
          <a:lstStyle/>
          <a:p>
            <a:pPr eaLnBrk="1" hangingPunct="1"/>
            <a:br>
              <a:rPr lang="de-DE" altLang="ko-KR" sz="2400">
                <a:ea typeface="굴림" panose="020B0600000101010101" pitchFamily="50" charset="-127"/>
              </a:rPr>
            </a:br>
            <a:r>
              <a:rPr lang="de-DE" altLang="ko-KR" sz="2400">
                <a:ea typeface="굴림" panose="020B0600000101010101" pitchFamily="50" charset="-127"/>
              </a:rPr>
              <a:t>VI. Conclusion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328F43E-A47F-424B-B4D0-0F967C46DA66}"/>
              </a:ext>
            </a:extLst>
          </p:cNvPr>
          <p:cNvSpPr txBox="1">
            <a:spLocks/>
          </p:cNvSpPr>
          <p:nvPr/>
        </p:nvSpPr>
        <p:spPr bwMode="auto">
          <a:xfrm>
            <a:off x="322234" y="2299004"/>
            <a:ext cx="7609700" cy="38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latinLnBrk="1" hangingPunct="1"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0" indent="0" algn="l" rtl="0" eaLnBrk="1" fontAlgn="base" latinLnBrk="1" hangingPunct="1">
              <a:spcBef>
                <a:spcPts val="1667"/>
              </a:spcBef>
              <a:spcAft>
                <a:spcPct val="0"/>
              </a:spcAft>
              <a:buNone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603226" indent="-30690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&gt;"/>
              <a:defRPr sz="20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0" indent="0" algn="l" rtl="0" eaLnBrk="1" fontAlgn="base" latinLnBrk="1" hangingPunct="1">
              <a:spcBef>
                <a:spcPts val="1333"/>
              </a:spcBef>
              <a:spcAft>
                <a:spcPct val="0"/>
              </a:spcAft>
              <a:buFontTx/>
              <a:buNone/>
              <a:defRPr sz="1333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603226" indent="-306904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&gt;"/>
              <a:defRPr sz="1333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095416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>
                <a:latin typeface="+mj-lt"/>
                <a:cs typeface="Times New Roman"/>
              </a:rPr>
              <a:t>A2. Personalized or specific application with small volume  (e.g. 3d printed </a:t>
            </a:r>
            <a:r>
              <a:rPr lang="en-US" sz="1200">
                <a:latin typeface="+mj-lt"/>
                <a:cs typeface="Times New Roman"/>
              </a:rPr>
              <a:t>prosthetics)</a:t>
            </a: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+mj-lt"/>
                <a:cs typeface="Times New Roman"/>
              </a:rPr>
              <a:t>   </a:t>
            </a: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+mj-lt"/>
              <a:ea typeface="Verdana"/>
              <a:cs typeface="Times New Roman" panose="02020603050405020304" pitchFamily="18" charset="0"/>
            </a:endParaRPr>
          </a:p>
        </p:txBody>
      </p:sp>
      <p:pic>
        <p:nvPicPr>
          <p:cNvPr id="4" name="그림 4" descr="실내, 손, 무기이(가) 표시된 사진&#10;&#10;자동 생성된 설명">
            <a:extLst>
              <a:ext uri="{FF2B5EF4-FFF2-40B4-BE49-F238E27FC236}">
                <a16:creationId xmlns:a16="http://schemas.microsoft.com/office/drawing/2014/main" id="{9FC3D45B-ACAD-4522-B293-C2B2FB9F9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162" y="3350951"/>
            <a:ext cx="2722709" cy="1361931"/>
          </a:xfrm>
          <a:prstGeom prst="rect">
            <a:avLst/>
          </a:prstGeom>
        </p:spPr>
      </p:pic>
      <p:sp>
        <p:nvSpPr>
          <p:cNvPr id="5" name="Oval 14">
            <a:extLst>
              <a:ext uri="{FF2B5EF4-FFF2-40B4-BE49-F238E27FC236}">
                <a16:creationId xmlns:a16="http://schemas.microsoft.com/office/drawing/2014/main" id="{7E08AF2B-1E27-4BBA-81A3-FCBBD258ADA3}"/>
              </a:ext>
            </a:extLst>
          </p:cNvPr>
          <p:cNvSpPr/>
          <p:nvPr/>
        </p:nvSpPr>
        <p:spPr>
          <a:xfrm>
            <a:off x="2873731" y="3198572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45">
            <a:extLst>
              <a:ext uri="{FF2B5EF4-FFF2-40B4-BE49-F238E27FC236}">
                <a16:creationId xmlns:a16="http://schemas.microsoft.com/office/drawing/2014/main" id="{A630B961-9837-4A96-9A2F-27DF2C1C7BC4}"/>
              </a:ext>
            </a:extLst>
          </p:cNvPr>
          <p:cNvCxnSpPr>
            <a:cxnSpLocks/>
          </p:cNvCxnSpPr>
          <p:nvPr/>
        </p:nvCxnSpPr>
        <p:spPr>
          <a:xfrm>
            <a:off x="2969687" y="2923753"/>
            <a:ext cx="1" cy="263796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FD4E42-FDEC-40C2-82B1-D74523C4AE03}"/>
              </a:ext>
            </a:extLst>
          </p:cNvPr>
          <p:cNvSpPr txBox="1"/>
          <p:nvPr/>
        </p:nvSpPr>
        <p:spPr>
          <a:xfrm>
            <a:off x="2241402" y="2632886"/>
            <a:ext cx="1367682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  <a:cs typeface="Arial"/>
              </a:rPr>
              <a:t>Personalized</a:t>
            </a:r>
          </a:p>
        </p:txBody>
      </p:sp>
      <p:sp>
        <p:nvSpPr>
          <p:cNvPr id="18" name="Oval 14">
            <a:extLst>
              <a:ext uri="{FF2B5EF4-FFF2-40B4-BE49-F238E27FC236}">
                <a16:creationId xmlns:a16="http://schemas.microsoft.com/office/drawing/2014/main" id="{AAEBA036-9C76-4A51-9EE9-D740EC58CE71}"/>
              </a:ext>
            </a:extLst>
          </p:cNvPr>
          <p:cNvSpPr/>
          <p:nvPr/>
        </p:nvSpPr>
        <p:spPr>
          <a:xfrm>
            <a:off x="1503083" y="4484205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45">
            <a:extLst>
              <a:ext uri="{FF2B5EF4-FFF2-40B4-BE49-F238E27FC236}">
                <a16:creationId xmlns:a16="http://schemas.microsoft.com/office/drawing/2014/main" id="{37EF68CB-C1A5-485B-A249-76FA207D4F70}"/>
              </a:ext>
            </a:extLst>
          </p:cNvPr>
          <p:cNvCxnSpPr>
            <a:cxnSpLocks/>
          </p:cNvCxnSpPr>
          <p:nvPr/>
        </p:nvCxnSpPr>
        <p:spPr>
          <a:xfrm flipH="1">
            <a:off x="1405842" y="4634706"/>
            <a:ext cx="135323" cy="205776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071A1D0-E0FA-4A81-9AE6-32B8C91391B4}"/>
              </a:ext>
            </a:extLst>
          </p:cNvPr>
          <p:cNvSpPr txBox="1"/>
          <p:nvPr/>
        </p:nvSpPr>
        <p:spPr>
          <a:xfrm>
            <a:off x="663666" y="4817454"/>
            <a:ext cx="1414170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  <a:latin typeface="Arial"/>
                <a:cs typeface="Arial"/>
              </a:rPr>
              <a:t>Small volume</a:t>
            </a:r>
            <a:endParaRPr lang="ko-KR" altLang="en-US"/>
          </a:p>
        </p:txBody>
      </p:sp>
      <p:sp>
        <p:nvSpPr>
          <p:cNvPr id="21" name="Oval 14">
            <a:extLst>
              <a:ext uri="{FF2B5EF4-FFF2-40B4-BE49-F238E27FC236}">
                <a16:creationId xmlns:a16="http://schemas.microsoft.com/office/drawing/2014/main" id="{0ED5E31D-BF2F-48D1-89E9-0A09A6C9B042}"/>
              </a:ext>
            </a:extLst>
          </p:cNvPr>
          <p:cNvSpPr/>
          <p:nvPr/>
        </p:nvSpPr>
        <p:spPr>
          <a:xfrm>
            <a:off x="4267137" y="4484266"/>
            <a:ext cx="160995" cy="160995"/>
          </a:xfrm>
          <a:prstGeom prst="ellipse">
            <a:avLst/>
          </a:prstGeom>
          <a:solidFill>
            <a:srgbClr val="01B2AC"/>
          </a:solidFill>
          <a:ln w="63500">
            <a:solidFill>
              <a:srgbClr val="01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45">
            <a:extLst>
              <a:ext uri="{FF2B5EF4-FFF2-40B4-BE49-F238E27FC236}">
                <a16:creationId xmlns:a16="http://schemas.microsoft.com/office/drawing/2014/main" id="{A51D1AD9-1B97-4B08-B7CD-988BD685C413}"/>
              </a:ext>
            </a:extLst>
          </p:cNvPr>
          <p:cNvCxnSpPr>
            <a:cxnSpLocks/>
          </p:cNvCxnSpPr>
          <p:nvPr/>
        </p:nvCxnSpPr>
        <p:spPr>
          <a:xfrm>
            <a:off x="4430636" y="4644441"/>
            <a:ext cx="212651" cy="186436"/>
          </a:xfrm>
          <a:prstGeom prst="line">
            <a:avLst/>
          </a:prstGeom>
          <a:ln>
            <a:solidFill>
              <a:srgbClr val="01B2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C960F51-50F2-49F4-ACB3-6DBCCCCF666E}"/>
              </a:ext>
            </a:extLst>
          </p:cNvPr>
          <p:cNvSpPr txBox="1"/>
          <p:nvPr/>
        </p:nvSpPr>
        <p:spPr>
          <a:xfrm>
            <a:off x="4203095" y="4817515"/>
            <a:ext cx="867545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600">
                <a:solidFill>
                  <a:srgbClr val="00817D"/>
                </a:solidFill>
                <a:latin typeface="Arial"/>
                <a:cs typeface="Arial"/>
              </a:rPr>
              <a:t>specific</a:t>
            </a:r>
            <a:endParaRPr lang="ko-KR"/>
          </a:p>
        </p:txBody>
      </p:sp>
      <p:sp>
        <p:nvSpPr>
          <p:cNvPr id="24" name="Datumsplatzhalter 7">
            <a:extLst>
              <a:ext uri="{FF2B5EF4-FFF2-40B4-BE49-F238E27FC236}">
                <a16:creationId xmlns:a16="http://schemas.microsoft.com/office/drawing/2014/main" id="{40919041-DFB8-4F8C-ABCE-64BAA8328047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</p:spTree>
    <p:extLst>
      <p:ext uri="{BB962C8B-B14F-4D97-AF65-F5344CB8AC3E}">
        <p14:creationId xmlns:p14="http://schemas.microsoft.com/office/powerpoint/2010/main" val="2794920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liennummernplatzhalter 8">
            <a:extLst>
              <a:ext uri="{FF2B5EF4-FFF2-40B4-BE49-F238E27FC236}">
                <a16:creationId xmlns:a16="http://schemas.microsoft.com/office/drawing/2014/main" id="{1C6AC777-16EE-4247-A020-23AACD92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A0CCD0-669B-485D-B0A3-5ABA92689975}" type="slidenum">
              <a:rPr lang="de-DE" altLang="ko-KR">
                <a:latin typeface="Verdana" panose="020B0604030504040204" pitchFamily="34" charset="0"/>
              </a:rPr>
              <a:pPr eaLnBrk="1" hangingPunct="1"/>
              <a:t>14</a:t>
            </a:fld>
            <a:endParaRPr lang="de-DE" altLang="ko-KR">
              <a:latin typeface="Verdana" panose="020B0604030504040204" pitchFamily="34" charset="0"/>
            </a:endParaRPr>
          </a:p>
        </p:txBody>
      </p:sp>
      <p:sp>
        <p:nvSpPr>
          <p:cNvPr id="8198" name="Fußzeilenplatzhalter 9">
            <a:extLst>
              <a:ext uri="{FF2B5EF4-FFF2-40B4-BE49-F238E27FC236}">
                <a16:creationId xmlns:a16="http://schemas.microsoft.com/office/drawing/2014/main" id="{B14A47F1-34EC-45C2-8D1C-145C5965DE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19100" indent="-23811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462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447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4431" indent="-190492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541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476401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57386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38370" indent="-1904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de-DE" altLang="ko-KR">
                <a:latin typeface="Verdana" panose="020B0604030504040204" pitchFamily="34" charset="0"/>
                <a:ea typeface="굴림" panose="020B0600000101010101" pitchFamily="50" charset="-127"/>
              </a:rPr>
              <a:t>© FH AACHEN</a:t>
            </a:r>
            <a:r>
              <a:rPr lang="de-DE" altLang="ko-KR" b="0">
                <a:latin typeface="Verdana" panose="020B0604030504040204" pitchFamily="34" charset="0"/>
                <a:ea typeface="굴림" panose="020B0600000101010101" pitchFamily="50" charset="-127"/>
              </a:rPr>
              <a:t>  </a:t>
            </a: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9513CEC2-F04C-40C3-818C-72A30A98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91" y="367469"/>
            <a:ext cx="6720417" cy="71886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Verdana"/>
                <a:ea typeface="Verdana"/>
              </a:rPr>
              <a:t>THANK YOU!</a:t>
            </a:r>
            <a:endParaRPr lang="de-DE" altLang="ko-KR" sz="4000" dirty="0">
              <a:ea typeface="굴림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A78D4-F5E1-4E50-8D8E-F2931CFC1562}"/>
              </a:ext>
            </a:extLst>
          </p:cNvPr>
          <p:cNvSpPr txBox="1"/>
          <p:nvPr/>
        </p:nvSpPr>
        <p:spPr>
          <a:xfrm>
            <a:off x="3037989" y="2687079"/>
            <a:ext cx="30742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4000">
                <a:latin typeface="+mj-lt"/>
              </a:rPr>
              <a:t>Questions?</a:t>
            </a:r>
            <a:endParaRPr lang="ko-KR" altLang="en-US" sz="4000">
              <a:latin typeface="+mj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24428B6-2BE7-4711-AD0C-7EF15B3B105D}"/>
              </a:ext>
            </a:extLst>
          </p:cNvPr>
          <p:cNvSpPr txBox="1">
            <a:spLocks/>
          </p:cNvSpPr>
          <p:nvPr/>
        </p:nvSpPr>
        <p:spPr bwMode="auto">
          <a:xfrm flipH="1">
            <a:off x="7308851" y="5459678"/>
            <a:ext cx="792163" cy="10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67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619100" indent="-23811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52462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33447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714431" indent="-19049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09541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476401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857386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238370" indent="-190492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de-DE" altLang="ko-KR">
                <a:latin typeface="Verdana" panose="020B0604030504040204" pitchFamily="34" charset="0"/>
              </a:rPr>
              <a:t>29.07.2021  |</a:t>
            </a:r>
          </a:p>
        </p:txBody>
      </p:sp>
    </p:spTree>
    <p:extLst>
      <p:ext uri="{BB962C8B-B14F-4D97-AF65-F5344CB8AC3E}">
        <p14:creationId xmlns:p14="http://schemas.microsoft.com/office/powerpoint/2010/main" val="3825147152"/>
      </p:ext>
    </p:extLst>
  </p:cSld>
  <p:clrMapOvr>
    <a:masterClrMapping/>
  </p:clrMapOvr>
</p:sld>
</file>

<file path=ppt/theme/theme1.xml><?xml version="1.0" encoding="utf-8"?>
<a:theme xmlns:a="http://schemas.openxmlformats.org/drawingml/2006/main" name="FHAAC_PPT_Vorlage_Office2007_w_n">
  <a:themeElements>
    <a:clrScheme name="FHAAC Farbe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AC"/>
      </a:accent1>
      <a:accent2>
        <a:srgbClr val="13A39A"/>
      </a:accent2>
      <a:accent3>
        <a:srgbClr val="0C9088"/>
      </a:accent3>
      <a:accent4>
        <a:srgbClr val="006D68"/>
      </a:accent4>
      <a:accent5>
        <a:srgbClr val="004744"/>
      </a:accent5>
      <a:accent6>
        <a:srgbClr val="000000"/>
      </a:accent6>
      <a:hlink>
        <a:srgbClr val="0000FF"/>
      </a:hlink>
      <a:folHlink>
        <a:srgbClr val="800080"/>
      </a:folHlink>
    </a:clrScheme>
    <a:fontScheme name="FHAAC Schrif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00D57490ABBCC41A15B08D9FBD245E1" ma:contentTypeVersion="7" ma:contentTypeDescription="Ein neues Dokument erstellen." ma:contentTypeScope="" ma:versionID="3a8f71f1ec84269b15497e9fa2f8af79">
  <xsd:schema xmlns:xsd="http://www.w3.org/2001/XMLSchema" xmlns:xs="http://www.w3.org/2001/XMLSchema" xmlns:p="http://schemas.microsoft.com/office/2006/metadata/properties" xmlns:ns2="85bb8ea2-ed4a-4de5-9703-beaa82e354e2" xmlns:ns3="0ea44ea3-15e6-4718-97f6-a1d2dbb7e812" targetNamespace="http://schemas.microsoft.com/office/2006/metadata/properties" ma:root="true" ma:fieldsID="9e8e758a637f39260665cd4f51e08de7" ns2:_="" ns3:_="">
    <xsd:import namespace="85bb8ea2-ed4a-4de5-9703-beaa82e354e2"/>
    <xsd:import namespace="0ea44ea3-15e6-4718-97f6-a1d2dbb7e8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bb8ea2-ed4a-4de5-9703-beaa82e354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4ea3-15e6-4718-97f6-a1d2dbb7e81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4D35E0-858C-4E10-B4D3-9F05BD5DEA77}">
  <ds:schemaRefs>
    <ds:schemaRef ds:uri="0ea44ea3-15e6-4718-97f6-a1d2dbb7e812"/>
    <ds:schemaRef ds:uri="85bb8ea2-ed4a-4de5-9703-beaa82e354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E9F912-A56A-4B6B-822C-40F749E77E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1B1ADD-1137-4C8A-B6C0-F027CDCD5A3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On-screen Show (16:10)</PresentationFormat>
  <Paragraphs>254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Batang</vt:lpstr>
      <vt:lpstr>Arial</vt:lpstr>
      <vt:lpstr>Calibri</vt:lpstr>
      <vt:lpstr>Verdana</vt:lpstr>
      <vt:lpstr>FHAAC_PPT_Vorlage_Office2007_w_n</vt:lpstr>
      <vt:lpstr>AFT Final presentation - Group 3.2</vt:lpstr>
      <vt:lpstr> Index</vt:lpstr>
      <vt:lpstr> I. Project Abstract</vt:lpstr>
      <vt:lpstr> II. Analyze</vt:lpstr>
      <vt:lpstr> II. Analyze</vt:lpstr>
      <vt:lpstr> II. Analyze</vt:lpstr>
      <vt:lpstr> III. Cost Approximation</vt:lpstr>
      <vt:lpstr> III. Cost Approximation</vt:lpstr>
      <vt:lpstr> IV. Comparison</vt:lpstr>
      <vt:lpstr> IV. Comparison</vt:lpstr>
      <vt:lpstr> V. Business Case Study</vt:lpstr>
      <vt:lpstr> VI. Conclusion</vt:lpstr>
      <vt:lpstr> VI.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SE/ES – System Engineering</dc:title>
  <dc:creator>류 은광</dc:creator>
  <cp:lastModifiedBy>aadithyar37@gmail.com</cp:lastModifiedBy>
  <cp:revision>2</cp:revision>
  <dcterms:created xsi:type="dcterms:W3CDTF">2020-06-08T18:59:39Z</dcterms:created>
  <dcterms:modified xsi:type="dcterms:W3CDTF">2021-07-29T08:45:43Z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0x010100E00D57490ABBCC41A15B08D9FBD245E1</vt:lpwstr>
  </property>
</Properties>
</file>